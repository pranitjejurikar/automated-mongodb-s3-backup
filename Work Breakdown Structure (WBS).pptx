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4"/>
  </p:sldMasterIdLst>
  <p:notesMasterIdLst>
    <p:notesMasterId r:id="rId6"/>
  </p:notesMasterIdLst>
  <p:sldIdLst>
    <p:sldId id="268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3755"/>
    <a:srgbClr val="EA731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63A78D-4C26-2C44-E0F5-26E4CA7BFDE7}" v="39" dt="2023-07-29T09:29:42.965"/>
  </p1510:revLst>
</p1510:revInfo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82"/>
    <p:restoredTop sz="92393" autoAdjust="0"/>
  </p:normalViewPr>
  <p:slideViewPr>
    <p:cSldViewPr snapToGrid="0" snapToObjects="1">
      <p:cViewPr>
        <p:scale>
          <a:sx n="75" d="100"/>
          <a:sy n="75" d="100"/>
        </p:scale>
        <p:origin x="-444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69A3F8-2077-48E8-B350-E624C5A4E514}" type="doc">
      <dgm:prSet loTypeId="urn:microsoft.com/office/officeart/2005/8/layout/orgChart1" loCatId="hierarchy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C8D5B040-28D6-4552-B47E-519E68BB66A8}">
      <dgm:prSet phldrT="[Text]" custT="1"/>
      <dgm:spPr>
        <a:solidFill>
          <a:srgbClr val="273755"/>
        </a:solidFill>
      </dgm:spPr>
      <dgm:t>
        <a:bodyPr/>
        <a:lstStyle/>
        <a:p>
          <a:r>
            <a:rPr lang="en-IN" sz="1800" dirty="0"/>
            <a:t>Automated MongoDB Backup and Recovery System on AWS</a:t>
          </a:r>
        </a:p>
      </dgm:t>
    </dgm:pt>
    <dgm:pt modelId="{8FFBF7A6-06D9-4441-B71E-5B7D2DD76ABB}" type="parTrans" cxnId="{6189F24C-FC13-4337-9B93-CB86A5B3DE84}">
      <dgm:prSet/>
      <dgm:spPr/>
      <dgm:t>
        <a:bodyPr/>
        <a:lstStyle/>
        <a:p>
          <a:endParaRPr lang="en-IN"/>
        </a:p>
      </dgm:t>
    </dgm:pt>
    <dgm:pt modelId="{220ED3BF-F764-4990-875C-0F945B8934A3}" type="sibTrans" cxnId="{6189F24C-FC13-4337-9B93-CB86A5B3DE84}">
      <dgm:prSet/>
      <dgm:spPr/>
      <dgm:t>
        <a:bodyPr/>
        <a:lstStyle/>
        <a:p>
          <a:endParaRPr lang="en-IN"/>
        </a:p>
      </dgm:t>
    </dgm:pt>
    <dgm:pt modelId="{53DA7501-C443-45EC-BC86-B2F6345EF59A}">
      <dgm:prSet custT="1"/>
      <dgm:spPr/>
      <dgm:t>
        <a:bodyPr/>
        <a:lstStyle/>
        <a:p>
          <a:r>
            <a:rPr lang="en-IN" sz="1200" b="0" cap="none" spc="0" dirty="0">
              <a:ln w="0"/>
              <a:solidFill>
                <a:srgbClr val="000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rPr>
            <a:t>Initiation &amp; Requirement Analysis</a:t>
          </a:r>
        </a:p>
      </dgm:t>
    </dgm:pt>
    <dgm:pt modelId="{AC3C3DF9-2182-4CBA-B83B-BAE8D0F8BEC3}" type="parTrans" cxnId="{0CB17833-CD42-49D9-8360-A1B411684230}">
      <dgm:prSet/>
      <dgm:spPr/>
      <dgm:t>
        <a:bodyPr/>
        <a:lstStyle/>
        <a:p>
          <a:endParaRPr lang="en-IN"/>
        </a:p>
      </dgm:t>
    </dgm:pt>
    <dgm:pt modelId="{34645626-E837-4F81-AC85-5F7D9EF68E68}" type="sibTrans" cxnId="{0CB17833-CD42-49D9-8360-A1B411684230}">
      <dgm:prSet/>
      <dgm:spPr/>
      <dgm:t>
        <a:bodyPr/>
        <a:lstStyle/>
        <a:p>
          <a:endParaRPr lang="en-IN"/>
        </a:p>
      </dgm:t>
    </dgm:pt>
    <dgm:pt modelId="{FDB0BAA0-127D-4EE1-898D-464FA8298568}">
      <dgm:prSet custT="1"/>
      <dgm:spPr/>
      <dgm:t>
        <a:bodyPr/>
        <a:lstStyle/>
        <a:p>
          <a:r>
            <a:rPr lang="en-IN" sz="1000" dirty="0">
              <a:solidFill>
                <a:srgbClr val="000000"/>
              </a:solidFill>
            </a:rPr>
            <a:t>Problem Understanding</a:t>
          </a:r>
        </a:p>
      </dgm:t>
    </dgm:pt>
    <dgm:pt modelId="{8168131C-B9C6-4E4F-BBA2-E96907E2B847}" type="parTrans" cxnId="{C1180B4A-96B4-49D1-B9FD-5C7E152AF799}">
      <dgm:prSet/>
      <dgm:spPr/>
      <dgm:t>
        <a:bodyPr/>
        <a:lstStyle/>
        <a:p>
          <a:endParaRPr lang="en-IN"/>
        </a:p>
      </dgm:t>
    </dgm:pt>
    <dgm:pt modelId="{615EAEDF-280D-45C5-AFB8-14D1168B9FB2}" type="sibTrans" cxnId="{C1180B4A-96B4-49D1-B9FD-5C7E152AF799}">
      <dgm:prSet/>
      <dgm:spPr/>
      <dgm:t>
        <a:bodyPr/>
        <a:lstStyle/>
        <a:p>
          <a:endParaRPr lang="en-IN"/>
        </a:p>
      </dgm:t>
    </dgm:pt>
    <dgm:pt modelId="{6075E4A9-CA6D-4E99-91C2-4B604D813323}">
      <dgm:prSet custT="1"/>
      <dgm:spPr/>
      <dgm:t>
        <a:bodyPr/>
        <a:lstStyle/>
        <a:p>
          <a:r>
            <a:rPr lang="en-IN" sz="1000" b="0" cap="none" spc="0" dirty="0">
              <a:ln w="0"/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rPr>
            <a:t>  Understand Problem Statement</a:t>
          </a:r>
        </a:p>
      </dgm:t>
    </dgm:pt>
    <dgm:pt modelId="{3581CB07-5E39-4E5F-B274-D965209C9708}" type="parTrans" cxnId="{F6BF095B-910F-4FEA-AC38-8B668B7AD506}">
      <dgm:prSet/>
      <dgm:spPr/>
      <dgm:t>
        <a:bodyPr/>
        <a:lstStyle/>
        <a:p>
          <a:endParaRPr lang="en-IN"/>
        </a:p>
      </dgm:t>
    </dgm:pt>
    <dgm:pt modelId="{D6C25E6C-B29E-44F2-AE73-1937053FA4EC}" type="sibTrans" cxnId="{F6BF095B-910F-4FEA-AC38-8B668B7AD506}">
      <dgm:prSet/>
      <dgm:spPr/>
      <dgm:t>
        <a:bodyPr/>
        <a:lstStyle/>
        <a:p>
          <a:endParaRPr lang="en-IN"/>
        </a:p>
      </dgm:t>
    </dgm:pt>
    <dgm:pt modelId="{C3FA6DD2-A2A5-41D9-B11E-C15A52CA3193}">
      <dgm:prSet custT="1"/>
      <dgm:spPr/>
      <dgm:t>
        <a:bodyPr/>
        <a:lstStyle/>
        <a:p>
          <a:r>
            <a:rPr lang="en-IN" sz="1000" b="0" cap="none" spc="0" dirty="0">
              <a:ln w="0"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rPr>
            <a:t>  Define Objectives</a:t>
          </a:r>
        </a:p>
      </dgm:t>
    </dgm:pt>
    <dgm:pt modelId="{39F91BAA-E1E9-4329-BE14-FB0ED59D7957}" type="parTrans" cxnId="{DF6FD482-1626-41EC-BC14-CE78725B54DA}">
      <dgm:prSet/>
      <dgm:spPr/>
      <dgm:t>
        <a:bodyPr/>
        <a:lstStyle/>
        <a:p>
          <a:endParaRPr lang="en-IN"/>
        </a:p>
      </dgm:t>
    </dgm:pt>
    <dgm:pt modelId="{572F38BC-328B-41B0-AD41-DC06F0DFF497}" type="sibTrans" cxnId="{DF6FD482-1626-41EC-BC14-CE78725B54DA}">
      <dgm:prSet/>
      <dgm:spPr/>
      <dgm:t>
        <a:bodyPr/>
        <a:lstStyle/>
        <a:p>
          <a:endParaRPr lang="en-IN"/>
        </a:p>
      </dgm:t>
    </dgm:pt>
    <dgm:pt modelId="{1E7825B4-283B-40C7-B71D-9ACA5BA60D18}">
      <dgm:prSet custT="1"/>
      <dgm:spPr/>
      <dgm:t>
        <a:bodyPr/>
        <a:lstStyle/>
        <a:p>
          <a:r>
            <a:rPr lang="en-IN" sz="1000" dirty="0"/>
            <a:t>Identify Deliverables</a:t>
          </a:r>
          <a:endParaRPr lang="en-IN" sz="1000" b="0" cap="none" spc="0" dirty="0">
            <a:ln w="0"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gm:t>
    </dgm:pt>
    <dgm:pt modelId="{EF23F9DB-C9E9-403C-9A10-9071E8E01A24}" type="parTrans" cxnId="{861E027F-83FD-42F3-A0A2-10392E7834C4}">
      <dgm:prSet/>
      <dgm:spPr/>
      <dgm:t>
        <a:bodyPr/>
        <a:lstStyle/>
        <a:p>
          <a:endParaRPr lang="en-IN"/>
        </a:p>
      </dgm:t>
    </dgm:pt>
    <dgm:pt modelId="{73BDAD45-A98C-436F-B4FB-7194C13D920A}" type="sibTrans" cxnId="{861E027F-83FD-42F3-A0A2-10392E7834C4}">
      <dgm:prSet/>
      <dgm:spPr/>
      <dgm:t>
        <a:bodyPr/>
        <a:lstStyle/>
        <a:p>
          <a:endParaRPr lang="en-IN"/>
        </a:p>
      </dgm:t>
    </dgm:pt>
    <dgm:pt modelId="{ECEA844C-F72D-4815-A081-111D57ED1E89}">
      <dgm:prSet custT="1"/>
      <dgm:spPr/>
      <dgm:t>
        <a:bodyPr/>
        <a:lstStyle/>
        <a:p>
          <a:r>
            <a:rPr lang="en-IN" sz="1000" b="0" cap="none" spc="0" dirty="0">
              <a:ln w="0"/>
              <a:solidFill>
                <a:srgbClr val="000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rPr>
            <a:t>Requirement Gathering</a:t>
          </a:r>
        </a:p>
      </dgm:t>
    </dgm:pt>
    <dgm:pt modelId="{47C04187-1413-4736-A9D1-66F7E73E8C0C}" type="parTrans" cxnId="{A905F2AC-0F0B-4632-9861-7A2B959A8563}">
      <dgm:prSet/>
      <dgm:spPr/>
      <dgm:t>
        <a:bodyPr/>
        <a:lstStyle/>
        <a:p>
          <a:endParaRPr lang="en-IN"/>
        </a:p>
      </dgm:t>
    </dgm:pt>
    <dgm:pt modelId="{21AC4A29-723A-4DBA-A2E1-7215ACD748D3}" type="sibTrans" cxnId="{A905F2AC-0F0B-4632-9861-7A2B959A8563}">
      <dgm:prSet/>
      <dgm:spPr/>
      <dgm:t>
        <a:bodyPr/>
        <a:lstStyle/>
        <a:p>
          <a:endParaRPr lang="en-IN"/>
        </a:p>
      </dgm:t>
    </dgm:pt>
    <dgm:pt modelId="{1F8BC90E-37C6-4E99-A88C-747BD4A5F9F2}">
      <dgm:prSet custT="1"/>
      <dgm:spPr/>
      <dgm:t>
        <a:bodyPr/>
        <a:lstStyle/>
        <a:p>
          <a:r>
            <a:rPr lang="en-IN" sz="800" dirty="0"/>
            <a:t>Study MongoDB Backup Concepts</a:t>
          </a:r>
          <a:endParaRPr lang="en-IN" sz="800" b="0" cap="none" spc="0" dirty="0">
            <a:ln w="0"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gm:t>
    </dgm:pt>
    <dgm:pt modelId="{3C725FD3-A3B6-4BD4-9018-FF23BE837D46}" type="parTrans" cxnId="{66963F99-11D1-49A8-856A-9D9F7B41D2D8}">
      <dgm:prSet/>
      <dgm:spPr/>
      <dgm:t>
        <a:bodyPr/>
        <a:lstStyle/>
        <a:p>
          <a:endParaRPr lang="en-IN"/>
        </a:p>
      </dgm:t>
    </dgm:pt>
    <dgm:pt modelId="{6504618A-9F0B-4C04-B2BB-B3D7DB4F34B9}" type="sibTrans" cxnId="{66963F99-11D1-49A8-856A-9D9F7B41D2D8}">
      <dgm:prSet/>
      <dgm:spPr/>
      <dgm:t>
        <a:bodyPr/>
        <a:lstStyle/>
        <a:p>
          <a:endParaRPr lang="en-IN"/>
        </a:p>
      </dgm:t>
    </dgm:pt>
    <dgm:pt modelId="{D1946CCB-7402-40F2-B8BC-6DBE5EA17914}">
      <dgm:prSet/>
      <dgm:spPr/>
      <dgm:t>
        <a:bodyPr/>
        <a:lstStyle/>
        <a:p>
          <a:r>
            <a:rPr lang="en-IN" dirty="0"/>
            <a:t>Study AWS EC2 and S3</a:t>
          </a:r>
          <a:endParaRPr lang="en-IN" b="0" cap="none" spc="0" dirty="0">
            <a:ln w="0"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gm:t>
    </dgm:pt>
    <dgm:pt modelId="{F69C6F2D-2A49-4FAE-8EB0-FEF6B3C24AB6}" type="parTrans" cxnId="{6793F8B0-8CEB-49D5-89FF-1FB4B17E9D3A}">
      <dgm:prSet/>
      <dgm:spPr/>
      <dgm:t>
        <a:bodyPr/>
        <a:lstStyle/>
        <a:p>
          <a:endParaRPr lang="en-IN"/>
        </a:p>
      </dgm:t>
    </dgm:pt>
    <dgm:pt modelId="{A31618B2-E33F-47C5-A34D-34CE0210A808}" type="sibTrans" cxnId="{6793F8B0-8CEB-49D5-89FF-1FB4B17E9D3A}">
      <dgm:prSet/>
      <dgm:spPr/>
      <dgm:t>
        <a:bodyPr/>
        <a:lstStyle/>
        <a:p>
          <a:endParaRPr lang="en-IN"/>
        </a:p>
      </dgm:t>
    </dgm:pt>
    <dgm:pt modelId="{7743D867-EBA0-4146-900C-E4958A9F1924}">
      <dgm:prSet/>
      <dgm:spPr/>
      <dgm:t>
        <a:bodyPr/>
        <a:lstStyle/>
        <a:p>
          <a:r>
            <a:rPr lang="en-IN" dirty="0"/>
            <a:t>Backup &amp; Recovery Requirements</a:t>
          </a:r>
          <a:endParaRPr lang="en-IN" b="0" cap="none" spc="0" dirty="0">
            <a:ln w="0"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gm:t>
    </dgm:pt>
    <dgm:pt modelId="{543F616E-8BC1-4A26-96B3-6EFC5BC9F3B2}" type="parTrans" cxnId="{8021A50A-C4C9-4344-B52D-C392DC262E80}">
      <dgm:prSet/>
      <dgm:spPr/>
      <dgm:t>
        <a:bodyPr/>
        <a:lstStyle/>
        <a:p>
          <a:endParaRPr lang="en-IN"/>
        </a:p>
      </dgm:t>
    </dgm:pt>
    <dgm:pt modelId="{9284D5DA-4A7C-4864-BFB4-E58B6F2A322D}" type="sibTrans" cxnId="{8021A50A-C4C9-4344-B52D-C392DC262E80}">
      <dgm:prSet/>
      <dgm:spPr/>
      <dgm:t>
        <a:bodyPr/>
        <a:lstStyle/>
        <a:p>
          <a:endParaRPr lang="en-IN"/>
        </a:p>
      </dgm:t>
    </dgm:pt>
    <dgm:pt modelId="{5ED9A40A-1B3E-42F8-B523-6844078A642A}">
      <dgm:prSet custT="1"/>
      <dgm:spPr/>
      <dgm:t>
        <a:bodyPr/>
        <a:lstStyle/>
        <a:p>
          <a:r>
            <a:rPr lang="en-IN" sz="1000" b="0" cap="none" spc="0" dirty="0">
              <a:ln w="0"/>
              <a:solidFill>
                <a:srgbClr val="000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rPr>
            <a:t>Documentation</a:t>
          </a:r>
        </a:p>
      </dgm:t>
    </dgm:pt>
    <dgm:pt modelId="{F9238F99-139D-43FF-B12E-58CC21035AD3}" type="parTrans" cxnId="{310F8A42-BC16-413B-A718-37A4582EF37F}">
      <dgm:prSet/>
      <dgm:spPr/>
      <dgm:t>
        <a:bodyPr/>
        <a:lstStyle/>
        <a:p>
          <a:endParaRPr lang="en-IN"/>
        </a:p>
      </dgm:t>
    </dgm:pt>
    <dgm:pt modelId="{596AA999-5C25-4F42-98B3-61D709D3D0BE}" type="sibTrans" cxnId="{310F8A42-BC16-413B-A718-37A4582EF37F}">
      <dgm:prSet/>
      <dgm:spPr/>
      <dgm:t>
        <a:bodyPr/>
        <a:lstStyle/>
        <a:p>
          <a:endParaRPr lang="en-IN"/>
        </a:p>
      </dgm:t>
    </dgm:pt>
    <dgm:pt modelId="{E163FAF3-09AE-496D-BFFD-006E0222D578}">
      <dgm:prSet custT="1"/>
      <dgm:spPr/>
      <dgm:t>
        <a:bodyPr/>
        <a:lstStyle/>
        <a:p>
          <a:r>
            <a:rPr lang="en-IN" sz="1000" b="0" cap="none" spc="0" dirty="0">
              <a:ln w="0"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rPr>
            <a:t>Project Charter</a:t>
          </a:r>
        </a:p>
      </dgm:t>
    </dgm:pt>
    <dgm:pt modelId="{147CF709-6543-40C8-8BBB-177CD3E21CBA}" type="parTrans" cxnId="{E3D8C8D4-5B78-4DAD-905E-79567FBC4126}">
      <dgm:prSet/>
      <dgm:spPr/>
      <dgm:t>
        <a:bodyPr/>
        <a:lstStyle/>
        <a:p>
          <a:endParaRPr lang="en-IN"/>
        </a:p>
      </dgm:t>
    </dgm:pt>
    <dgm:pt modelId="{73EA86B5-E6C6-46D0-8A6D-073553016BC5}" type="sibTrans" cxnId="{E3D8C8D4-5B78-4DAD-905E-79567FBC4126}">
      <dgm:prSet/>
      <dgm:spPr/>
      <dgm:t>
        <a:bodyPr/>
        <a:lstStyle/>
        <a:p>
          <a:endParaRPr lang="en-IN"/>
        </a:p>
      </dgm:t>
    </dgm:pt>
    <dgm:pt modelId="{F9C1D3A0-671D-4F63-830B-D45DEABF9D7C}">
      <dgm:prSet custT="1"/>
      <dgm:spPr/>
      <dgm:t>
        <a:bodyPr/>
        <a:lstStyle/>
        <a:p>
          <a:r>
            <a:rPr lang="en-IN" sz="1000" dirty="0"/>
            <a:t>SRS Document</a:t>
          </a:r>
          <a:endParaRPr lang="en-IN" sz="1000" b="0" cap="none" spc="0" dirty="0">
            <a:ln w="0"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gm:t>
    </dgm:pt>
    <dgm:pt modelId="{79D5C86E-5679-48C4-A588-3E2252121156}" type="parTrans" cxnId="{7E424CD4-104C-4B59-8139-47B5B81B392B}">
      <dgm:prSet/>
      <dgm:spPr/>
      <dgm:t>
        <a:bodyPr/>
        <a:lstStyle/>
        <a:p>
          <a:endParaRPr lang="en-IN"/>
        </a:p>
      </dgm:t>
    </dgm:pt>
    <dgm:pt modelId="{C55B8039-C01B-47A8-9C83-38CDFA128CBF}" type="sibTrans" cxnId="{7E424CD4-104C-4B59-8139-47B5B81B392B}">
      <dgm:prSet/>
      <dgm:spPr/>
      <dgm:t>
        <a:bodyPr/>
        <a:lstStyle/>
        <a:p>
          <a:endParaRPr lang="en-IN"/>
        </a:p>
      </dgm:t>
    </dgm:pt>
    <dgm:pt modelId="{79318AF7-7497-4F0E-BF95-C2EE46D37F76}">
      <dgm:prSet custT="1"/>
      <dgm:spPr/>
      <dgm:t>
        <a:bodyPr/>
        <a:lstStyle/>
        <a:p>
          <a:r>
            <a:rPr lang="en-IN" sz="1000" dirty="0"/>
            <a:t>RAID Log</a:t>
          </a:r>
          <a:endParaRPr lang="en-IN" sz="1000" b="0" cap="none" spc="0" dirty="0">
            <a:ln w="0"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gm:t>
    </dgm:pt>
    <dgm:pt modelId="{E504599C-F7AE-43F3-83ED-177F3E939393}" type="parTrans" cxnId="{600CD67C-DF10-446D-9F31-6E2224A8EB92}">
      <dgm:prSet/>
      <dgm:spPr/>
      <dgm:t>
        <a:bodyPr/>
        <a:lstStyle/>
        <a:p>
          <a:endParaRPr lang="en-IN"/>
        </a:p>
      </dgm:t>
    </dgm:pt>
    <dgm:pt modelId="{9A7948CE-956D-4843-BEEC-E353F2591B83}" type="sibTrans" cxnId="{600CD67C-DF10-446D-9F31-6E2224A8EB92}">
      <dgm:prSet/>
      <dgm:spPr/>
      <dgm:t>
        <a:bodyPr/>
        <a:lstStyle/>
        <a:p>
          <a:endParaRPr lang="en-IN"/>
        </a:p>
      </dgm:t>
    </dgm:pt>
    <dgm:pt modelId="{4B9FF514-1B2F-46FE-BB16-93EFE3E0C07E}">
      <dgm:prSet custT="1"/>
      <dgm:spPr/>
      <dgm:t>
        <a:bodyPr/>
        <a:lstStyle/>
        <a:p>
          <a:r>
            <a:rPr lang="en-IN" sz="700" b="0" cap="none" spc="0" dirty="0">
              <a:ln w="0"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rPr>
            <a:t>. </a:t>
          </a:r>
          <a:r>
            <a:rPr lang="en-IN" sz="1600" b="0" cap="none" spc="0" dirty="0">
              <a:ln w="0"/>
              <a:solidFill>
                <a:srgbClr val="000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rPr>
            <a:t>Planning</a:t>
          </a:r>
        </a:p>
      </dgm:t>
    </dgm:pt>
    <dgm:pt modelId="{FA8FFD31-541F-46DA-895E-70C597652BE2}" type="parTrans" cxnId="{928A61E4-A898-4016-A0E6-853ACB0BB5D6}">
      <dgm:prSet/>
      <dgm:spPr/>
      <dgm:t>
        <a:bodyPr/>
        <a:lstStyle/>
        <a:p>
          <a:endParaRPr lang="en-IN"/>
        </a:p>
      </dgm:t>
    </dgm:pt>
    <dgm:pt modelId="{ABDCB9EB-095D-4973-9ADF-D0F08D21F698}" type="sibTrans" cxnId="{928A61E4-A898-4016-A0E6-853ACB0BB5D6}">
      <dgm:prSet/>
      <dgm:spPr/>
      <dgm:t>
        <a:bodyPr/>
        <a:lstStyle/>
        <a:p>
          <a:endParaRPr lang="en-IN"/>
        </a:p>
      </dgm:t>
    </dgm:pt>
    <dgm:pt modelId="{7930A005-483F-4375-A741-96E3215CE5ED}">
      <dgm:prSet custT="1"/>
      <dgm:spPr/>
      <dgm:t>
        <a:bodyPr/>
        <a:lstStyle/>
        <a:p>
          <a:r>
            <a:rPr lang="en-IN" sz="1000" b="0" cap="none" spc="0" dirty="0">
              <a:ln w="0"/>
              <a:solidFill>
                <a:srgbClr val="000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rPr>
            <a:t>Project Planning</a:t>
          </a:r>
        </a:p>
      </dgm:t>
    </dgm:pt>
    <dgm:pt modelId="{0D9E37DA-C223-492C-AD1D-AADE9EDA1011}" type="parTrans" cxnId="{D923778B-DDFF-4AA9-8AD2-D1ABCBA8AF5B}">
      <dgm:prSet/>
      <dgm:spPr/>
      <dgm:t>
        <a:bodyPr/>
        <a:lstStyle/>
        <a:p>
          <a:endParaRPr lang="en-IN"/>
        </a:p>
      </dgm:t>
    </dgm:pt>
    <dgm:pt modelId="{FD74633C-1EB0-4265-BBDB-7B842F56C691}" type="sibTrans" cxnId="{D923778B-DDFF-4AA9-8AD2-D1ABCBA8AF5B}">
      <dgm:prSet/>
      <dgm:spPr/>
      <dgm:t>
        <a:bodyPr/>
        <a:lstStyle/>
        <a:p>
          <a:endParaRPr lang="en-IN"/>
        </a:p>
      </dgm:t>
    </dgm:pt>
    <dgm:pt modelId="{B3671E73-E68B-4668-8061-7309826BDB96}">
      <dgm:prSet custT="1"/>
      <dgm:spPr/>
      <dgm:t>
        <a:bodyPr/>
        <a:lstStyle/>
        <a:p>
          <a:r>
            <a:rPr lang="en-IN" sz="1000" dirty="0"/>
            <a:t>Create Project Schedule</a:t>
          </a:r>
          <a:endParaRPr lang="en-IN" sz="1000" b="0" cap="none" spc="0" dirty="0">
            <a:ln w="0"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gm:t>
    </dgm:pt>
    <dgm:pt modelId="{276EBCA3-3A02-4D01-808A-7557508911AE}" type="parTrans" cxnId="{698EACD4-6DA0-4CD3-B370-078D9FF96839}">
      <dgm:prSet/>
      <dgm:spPr/>
      <dgm:t>
        <a:bodyPr/>
        <a:lstStyle/>
        <a:p>
          <a:endParaRPr lang="en-IN"/>
        </a:p>
      </dgm:t>
    </dgm:pt>
    <dgm:pt modelId="{91EC1B1A-AE76-4898-9472-3E58DED2D27B}" type="sibTrans" cxnId="{698EACD4-6DA0-4CD3-B370-078D9FF96839}">
      <dgm:prSet/>
      <dgm:spPr/>
      <dgm:t>
        <a:bodyPr/>
        <a:lstStyle/>
        <a:p>
          <a:endParaRPr lang="en-IN"/>
        </a:p>
      </dgm:t>
    </dgm:pt>
    <dgm:pt modelId="{BC0A0E12-ED7E-4551-A515-951491ECD489}">
      <dgm:prSet custT="1"/>
      <dgm:spPr/>
      <dgm:t>
        <a:bodyPr/>
        <a:lstStyle/>
        <a:p>
          <a:r>
            <a:rPr lang="en-IN" sz="1000" dirty="0"/>
            <a:t>Define Milestones</a:t>
          </a:r>
          <a:endParaRPr lang="en-IN" sz="1000" b="0" cap="none" spc="0" dirty="0">
            <a:ln w="0"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gm:t>
    </dgm:pt>
    <dgm:pt modelId="{A18EBD12-34C8-466F-ADB9-3BFFAA1068E9}" type="parTrans" cxnId="{16A69D07-18DE-41FB-8BC0-181021D3013F}">
      <dgm:prSet/>
      <dgm:spPr/>
      <dgm:t>
        <a:bodyPr/>
        <a:lstStyle/>
        <a:p>
          <a:endParaRPr lang="en-IN"/>
        </a:p>
      </dgm:t>
    </dgm:pt>
    <dgm:pt modelId="{4B4FCAB1-F3C2-41D9-9FFB-9B089072C9A0}" type="sibTrans" cxnId="{16A69D07-18DE-41FB-8BC0-181021D3013F}">
      <dgm:prSet/>
      <dgm:spPr/>
      <dgm:t>
        <a:bodyPr/>
        <a:lstStyle/>
        <a:p>
          <a:endParaRPr lang="en-IN"/>
        </a:p>
      </dgm:t>
    </dgm:pt>
    <dgm:pt modelId="{9715A99F-FCDC-4C4F-AF54-4BF0AC7A20A6}">
      <dgm:prSet custT="1"/>
      <dgm:spPr/>
      <dgm:t>
        <a:bodyPr/>
        <a:lstStyle/>
        <a:p>
          <a:r>
            <a:rPr lang="en-IN" sz="1000" dirty="0"/>
            <a:t>Resource Planning</a:t>
          </a:r>
          <a:endParaRPr lang="en-IN" sz="1000" b="0" cap="none" spc="0" dirty="0">
            <a:ln w="0"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gm:t>
    </dgm:pt>
    <dgm:pt modelId="{8BE453B6-1989-413E-893F-8867CE9348FB}" type="parTrans" cxnId="{74F36AE7-42B7-44D7-973A-8233B9925C25}">
      <dgm:prSet/>
      <dgm:spPr/>
      <dgm:t>
        <a:bodyPr/>
        <a:lstStyle/>
        <a:p>
          <a:endParaRPr lang="en-IN"/>
        </a:p>
      </dgm:t>
    </dgm:pt>
    <dgm:pt modelId="{897C3260-2308-463F-9E53-9014F6935AF4}" type="sibTrans" cxnId="{74F36AE7-42B7-44D7-973A-8233B9925C25}">
      <dgm:prSet/>
      <dgm:spPr/>
      <dgm:t>
        <a:bodyPr/>
        <a:lstStyle/>
        <a:p>
          <a:endParaRPr lang="en-IN"/>
        </a:p>
      </dgm:t>
    </dgm:pt>
    <dgm:pt modelId="{611D2582-12C4-4844-B2C7-3BC896250257}">
      <dgm:prSet custT="1"/>
      <dgm:spPr/>
      <dgm:t>
        <a:bodyPr/>
        <a:lstStyle/>
        <a:p>
          <a:r>
            <a:rPr lang="en-IN" sz="1100" b="0" cap="none" spc="0" dirty="0">
              <a:ln w="0"/>
              <a:solidFill>
                <a:srgbClr val="000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rPr>
            <a:t>Technology Selection</a:t>
          </a:r>
        </a:p>
      </dgm:t>
    </dgm:pt>
    <dgm:pt modelId="{27C19069-FD81-4A65-AF7C-7B5B3ED5B6F3}" type="parTrans" cxnId="{F9821B4B-0E68-4625-BFF2-0A6522FC6E16}">
      <dgm:prSet/>
      <dgm:spPr/>
      <dgm:t>
        <a:bodyPr/>
        <a:lstStyle/>
        <a:p>
          <a:endParaRPr lang="en-IN"/>
        </a:p>
      </dgm:t>
    </dgm:pt>
    <dgm:pt modelId="{550C6331-5859-4586-92B7-58668F4D0EC1}" type="sibTrans" cxnId="{F9821B4B-0E68-4625-BFF2-0A6522FC6E16}">
      <dgm:prSet/>
      <dgm:spPr/>
      <dgm:t>
        <a:bodyPr/>
        <a:lstStyle/>
        <a:p>
          <a:endParaRPr lang="en-IN"/>
        </a:p>
      </dgm:t>
    </dgm:pt>
    <dgm:pt modelId="{87BD3224-4529-449C-9FCA-F33D096D4094}">
      <dgm:prSet custT="1"/>
      <dgm:spPr/>
      <dgm:t>
        <a:bodyPr/>
        <a:lstStyle/>
        <a:p>
          <a:r>
            <a:rPr lang="en-IN" sz="1000" dirty="0"/>
            <a:t>MongoDB Community Edition</a:t>
          </a:r>
          <a:endParaRPr lang="en-IN" sz="1000" b="0" cap="none" spc="0" dirty="0">
            <a:ln w="0"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gm:t>
    </dgm:pt>
    <dgm:pt modelId="{A0DB071B-A482-4B6D-9E12-86E3A89F7353}" type="parTrans" cxnId="{5173B533-9DC8-4A60-86DC-EB402BB7CC4C}">
      <dgm:prSet/>
      <dgm:spPr/>
      <dgm:t>
        <a:bodyPr/>
        <a:lstStyle/>
        <a:p>
          <a:endParaRPr lang="en-IN"/>
        </a:p>
      </dgm:t>
    </dgm:pt>
    <dgm:pt modelId="{64CAC58B-C9F9-490F-AB57-03A5238B1890}" type="sibTrans" cxnId="{5173B533-9DC8-4A60-86DC-EB402BB7CC4C}">
      <dgm:prSet/>
      <dgm:spPr/>
      <dgm:t>
        <a:bodyPr/>
        <a:lstStyle/>
        <a:p>
          <a:endParaRPr lang="en-IN"/>
        </a:p>
      </dgm:t>
    </dgm:pt>
    <dgm:pt modelId="{0E4F9B47-207F-4ECD-9ECE-12D905F4DB1F}">
      <dgm:prSet custT="1"/>
      <dgm:spPr/>
      <dgm:t>
        <a:bodyPr/>
        <a:lstStyle/>
        <a:p>
          <a:r>
            <a:rPr lang="en-IN" sz="1000" dirty="0"/>
            <a:t>AWS EC2</a:t>
          </a:r>
          <a:endParaRPr lang="en-IN" sz="1000" b="0" cap="none" spc="0" dirty="0">
            <a:ln w="0"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gm:t>
    </dgm:pt>
    <dgm:pt modelId="{0E2DA3A2-1EB7-426F-9F1D-CD9D85A890DA}" type="parTrans" cxnId="{9461B16A-7B3D-4B36-85D0-57ABE0F3B97A}">
      <dgm:prSet/>
      <dgm:spPr/>
      <dgm:t>
        <a:bodyPr/>
        <a:lstStyle/>
        <a:p>
          <a:endParaRPr lang="en-IN"/>
        </a:p>
      </dgm:t>
    </dgm:pt>
    <dgm:pt modelId="{C27657F8-F2C3-4BAE-873A-2B7FC6B89615}" type="sibTrans" cxnId="{9461B16A-7B3D-4B36-85D0-57ABE0F3B97A}">
      <dgm:prSet/>
      <dgm:spPr/>
      <dgm:t>
        <a:bodyPr/>
        <a:lstStyle/>
        <a:p>
          <a:endParaRPr lang="en-IN"/>
        </a:p>
      </dgm:t>
    </dgm:pt>
    <dgm:pt modelId="{EE1A3029-F180-4E3D-9030-A9FAFA9F0D66}">
      <dgm:prSet custT="1"/>
      <dgm:spPr/>
      <dgm:t>
        <a:bodyPr/>
        <a:lstStyle/>
        <a:p>
          <a:r>
            <a:rPr lang="en-IN" sz="800" b="0" cap="none" spc="0" dirty="0">
              <a:ln w="0"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rPr>
            <a:t>  </a:t>
          </a:r>
          <a:r>
            <a:rPr lang="en-IN" sz="1000" dirty="0"/>
            <a:t>Amazon S3</a:t>
          </a:r>
          <a:endParaRPr lang="en-IN" sz="1000" b="0" cap="none" spc="0" dirty="0">
            <a:ln w="0"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gm:t>
    </dgm:pt>
    <dgm:pt modelId="{4F07CCB7-9E69-49B9-9067-280BE0074271}" type="parTrans" cxnId="{FC75F080-DE5B-46B8-87C5-F4672113BE75}">
      <dgm:prSet/>
      <dgm:spPr/>
      <dgm:t>
        <a:bodyPr/>
        <a:lstStyle/>
        <a:p>
          <a:endParaRPr lang="en-IN"/>
        </a:p>
      </dgm:t>
    </dgm:pt>
    <dgm:pt modelId="{54133616-608E-4D55-AB0A-A73A9D4FF69E}" type="sibTrans" cxnId="{FC75F080-DE5B-46B8-87C5-F4672113BE75}">
      <dgm:prSet/>
      <dgm:spPr/>
      <dgm:t>
        <a:bodyPr/>
        <a:lstStyle/>
        <a:p>
          <a:endParaRPr lang="en-IN"/>
        </a:p>
      </dgm:t>
    </dgm:pt>
    <dgm:pt modelId="{C8964F47-24C6-4D51-9E50-9C3790BBF110}">
      <dgm:prSet custT="1"/>
      <dgm:spPr/>
      <dgm:t>
        <a:bodyPr/>
        <a:lstStyle/>
        <a:p>
          <a:r>
            <a:rPr lang="en-IN" sz="1000" dirty="0"/>
            <a:t>AWS CLI</a:t>
          </a:r>
          <a:endParaRPr lang="en-IN" sz="1000" b="0" cap="none" spc="0" dirty="0">
            <a:ln w="0"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gm:t>
    </dgm:pt>
    <dgm:pt modelId="{0E40A782-C95D-4D55-A198-A96B7FAB19FC}" type="parTrans" cxnId="{DAB68B2F-EAB3-4DBF-9E55-AB9158D4C2B3}">
      <dgm:prSet/>
      <dgm:spPr/>
      <dgm:t>
        <a:bodyPr/>
        <a:lstStyle/>
        <a:p>
          <a:endParaRPr lang="en-IN"/>
        </a:p>
      </dgm:t>
    </dgm:pt>
    <dgm:pt modelId="{F6D591F7-5626-4709-A4EF-887D98004437}" type="sibTrans" cxnId="{DAB68B2F-EAB3-4DBF-9E55-AB9158D4C2B3}">
      <dgm:prSet/>
      <dgm:spPr/>
      <dgm:t>
        <a:bodyPr/>
        <a:lstStyle/>
        <a:p>
          <a:endParaRPr lang="en-IN"/>
        </a:p>
      </dgm:t>
    </dgm:pt>
    <dgm:pt modelId="{F32BB013-8417-4548-8495-C3D2C21B70CE}">
      <dgm:prSet custT="1"/>
      <dgm:spPr/>
      <dgm:t>
        <a:bodyPr/>
        <a:lstStyle/>
        <a:p>
          <a:r>
            <a:rPr lang="en-IN" sz="1200" b="0" cap="none" spc="0" dirty="0">
              <a:ln w="0"/>
              <a:solidFill>
                <a:srgbClr val="000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rPr>
            <a:t>System Design</a:t>
          </a:r>
        </a:p>
      </dgm:t>
    </dgm:pt>
    <dgm:pt modelId="{317D6324-84DA-4A62-A7DC-EB0BBE6529AA}" type="parTrans" cxnId="{4C475C88-BCCA-4480-9D85-04B40F62539A}">
      <dgm:prSet/>
      <dgm:spPr/>
      <dgm:t>
        <a:bodyPr/>
        <a:lstStyle/>
        <a:p>
          <a:endParaRPr lang="en-IN"/>
        </a:p>
      </dgm:t>
    </dgm:pt>
    <dgm:pt modelId="{25B2FD5C-4DC3-4C2E-9980-1FC7344B18F6}" type="sibTrans" cxnId="{4C475C88-BCCA-4480-9D85-04B40F62539A}">
      <dgm:prSet/>
      <dgm:spPr/>
      <dgm:t>
        <a:bodyPr/>
        <a:lstStyle/>
        <a:p>
          <a:endParaRPr lang="en-IN"/>
        </a:p>
      </dgm:t>
    </dgm:pt>
    <dgm:pt modelId="{C2435E3E-8C4F-4A37-82BA-66432DC196A5}">
      <dgm:prSet custT="1"/>
      <dgm:spPr/>
      <dgm:t>
        <a:bodyPr/>
        <a:lstStyle/>
        <a:p>
          <a:r>
            <a:rPr lang="en-IN" sz="1000" dirty="0">
              <a:solidFill>
                <a:srgbClr val="000000"/>
              </a:solidFill>
            </a:rPr>
            <a:t>Architecture Design</a:t>
          </a:r>
          <a:endParaRPr lang="en-IN" sz="1000" b="0" cap="none" spc="0" dirty="0">
            <a:ln w="0"/>
            <a:solidFill>
              <a:srgbClr val="000000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gm:t>
    </dgm:pt>
    <dgm:pt modelId="{D5A09FD2-101E-4E55-B63F-067006048CC6}" type="parTrans" cxnId="{30098D43-4E77-49B4-9232-05C05FB578CA}">
      <dgm:prSet/>
      <dgm:spPr/>
      <dgm:t>
        <a:bodyPr/>
        <a:lstStyle/>
        <a:p>
          <a:endParaRPr lang="en-IN"/>
        </a:p>
      </dgm:t>
    </dgm:pt>
    <dgm:pt modelId="{C75FC800-5D8F-4A4C-9EB3-8FDBFC01FD2C}" type="sibTrans" cxnId="{30098D43-4E77-49B4-9232-05C05FB578CA}">
      <dgm:prSet/>
      <dgm:spPr/>
      <dgm:t>
        <a:bodyPr/>
        <a:lstStyle/>
        <a:p>
          <a:endParaRPr lang="en-IN"/>
        </a:p>
      </dgm:t>
    </dgm:pt>
    <dgm:pt modelId="{B663501F-9136-4121-ABF9-D2E3A1B47F7B}">
      <dgm:prSet custT="1"/>
      <dgm:spPr/>
      <dgm:t>
        <a:bodyPr/>
        <a:lstStyle/>
        <a:p>
          <a:r>
            <a:rPr lang="en-IN" sz="1000" dirty="0">
              <a:solidFill>
                <a:srgbClr val="000000"/>
              </a:solidFill>
            </a:rPr>
            <a:t>Component Design</a:t>
          </a:r>
          <a:endParaRPr lang="en-IN" sz="1000" b="0" cap="none" spc="0" dirty="0">
            <a:ln w="0"/>
            <a:solidFill>
              <a:srgbClr val="000000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gm:t>
    </dgm:pt>
    <dgm:pt modelId="{BECEAAE5-0408-49A5-9049-7A6A507C5958}" type="parTrans" cxnId="{0B22A17E-1160-4791-8959-AB467745092D}">
      <dgm:prSet/>
      <dgm:spPr/>
      <dgm:t>
        <a:bodyPr/>
        <a:lstStyle/>
        <a:p>
          <a:endParaRPr lang="en-IN"/>
        </a:p>
      </dgm:t>
    </dgm:pt>
    <dgm:pt modelId="{FE771E24-4F96-4FB4-AC3E-A8A7860F04D9}" type="sibTrans" cxnId="{0B22A17E-1160-4791-8959-AB467745092D}">
      <dgm:prSet/>
      <dgm:spPr/>
      <dgm:t>
        <a:bodyPr/>
        <a:lstStyle/>
        <a:p>
          <a:endParaRPr lang="en-IN"/>
        </a:p>
      </dgm:t>
    </dgm:pt>
    <dgm:pt modelId="{15DB53CF-E2DE-4711-9FE0-0FF0D3A76818}">
      <dgm:prSet custT="1"/>
      <dgm:spPr/>
      <dgm:t>
        <a:bodyPr/>
        <a:lstStyle/>
        <a:p>
          <a:r>
            <a:rPr lang="en-IN" sz="1000" dirty="0">
              <a:solidFill>
                <a:srgbClr val="000000"/>
              </a:solidFill>
            </a:rPr>
            <a:t>Security Design</a:t>
          </a:r>
          <a:endParaRPr lang="en-IN" sz="1000" b="0" cap="none" spc="0" dirty="0">
            <a:ln w="0"/>
            <a:solidFill>
              <a:srgbClr val="000000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gm:t>
    </dgm:pt>
    <dgm:pt modelId="{3D6F4EF1-A5E3-4A63-A534-DCB9B8F3F11B}" type="parTrans" cxnId="{9D2D16FF-2E73-44B5-9E97-3FECDD91EA39}">
      <dgm:prSet/>
      <dgm:spPr/>
      <dgm:t>
        <a:bodyPr/>
        <a:lstStyle/>
        <a:p>
          <a:endParaRPr lang="en-IN"/>
        </a:p>
      </dgm:t>
    </dgm:pt>
    <dgm:pt modelId="{B3005AC7-F2D0-41A3-A5C4-0844E14F3335}" type="sibTrans" cxnId="{9D2D16FF-2E73-44B5-9E97-3FECDD91EA39}">
      <dgm:prSet/>
      <dgm:spPr/>
      <dgm:t>
        <a:bodyPr/>
        <a:lstStyle/>
        <a:p>
          <a:endParaRPr lang="en-IN"/>
        </a:p>
      </dgm:t>
    </dgm:pt>
    <dgm:pt modelId="{B65BF1D9-2081-46F3-A06F-03C806DE6747}">
      <dgm:prSet custT="1"/>
      <dgm:spPr/>
      <dgm:t>
        <a:bodyPr/>
        <a:lstStyle/>
        <a:p>
          <a:r>
            <a:rPr lang="en-IN" sz="1400" b="0" cap="none" spc="0" dirty="0">
              <a:ln w="0"/>
              <a:solidFill>
                <a:srgbClr val="000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rPr>
            <a:t>Implementation</a:t>
          </a:r>
        </a:p>
      </dgm:t>
    </dgm:pt>
    <dgm:pt modelId="{30CB5EC6-9F09-4736-B8FF-E323B73A4EFB}" type="parTrans" cxnId="{2E9D1AD7-A2EF-495D-BF27-CBC3B334D166}">
      <dgm:prSet/>
      <dgm:spPr/>
      <dgm:t>
        <a:bodyPr/>
        <a:lstStyle/>
        <a:p>
          <a:endParaRPr lang="en-IN"/>
        </a:p>
      </dgm:t>
    </dgm:pt>
    <dgm:pt modelId="{EACE6677-6AE1-4DFE-BE60-826712A205C4}" type="sibTrans" cxnId="{2E9D1AD7-A2EF-495D-BF27-CBC3B334D166}">
      <dgm:prSet/>
      <dgm:spPr/>
      <dgm:t>
        <a:bodyPr/>
        <a:lstStyle/>
        <a:p>
          <a:endParaRPr lang="en-IN"/>
        </a:p>
      </dgm:t>
    </dgm:pt>
    <dgm:pt modelId="{E4D2452E-19C5-4C42-A455-2E95578C85BB}">
      <dgm:prSet/>
      <dgm:spPr/>
      <dgm:t>
        <a:bodyPr/>
        <a:lstStyle/>
        <a:p>
          <a:r>
            <a:rPr lang="en-IN" dirty="0">
              <a:solidFill>
                <a:srgbClr val="000000"/>
              </a:solidFill>
            </a:rPr>
            <a:t>AWS Environment Setup</a:t>
          </a:r>
          <a:endParaRPr lang="en-IN" b="0" cap="none" spc="0" dirty="0">
            <a:ln w="0"/>
            <a:solidFill>
              <a:srgbClr val="000000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gm:t>
    </dgm:pt>
    <dgm:pt modelId="{832D1636-B582-46CB-ADDB-9465315D6219}" type="parTrans" cxnId="{AF948DFF-BDD4-4919-8B43-61B1B890021E}">
      <dgm:prSet/>
      <dgm:spPr/>
      <dgm:t>
        <a:bodyPr/>
        <a:lstStyle/>
        <a:p>
          <a:endParaRPr lang="en-IN"/>
        </a:p>
      </dgm:t>
    </dgm:pt>
    <dgm:pt modelId="{B1A9C969-5212-4633-965E-4F34C7B82BF9}" type="sibTrans" cxnId="{AF948DFF-BDD4-4919-8B43-61B1B890021E}">
      <dgm:prSet/>
      <dgm:spPr/>
      <dgm:t>
        <a:bodyPr/>
        <a:lstStyle/>
        <a:p>
          <a:endParaRPr lang="en-IN"/>
        </a:p>
      </dgm:t>
    </dgm:pt>
    <dgm:pt modelId="{3EE63049-6F91-43B7-BBD5-DA08860CD1F7}">
      <dgm:prSet custT="1"/>
      <dgm:spPr/>
      <dgm:t>
        <a:bodyPr/>
        <a:lstStyle/>
        <a:p>
          <a:r>
            <a:rPr lang="en-IN" sz="1000" dirty="0"/>
            <a:t>Launch EC2 Instance</a:t>
          </a:r>
          <a:endParaRPr lang="en-IN" sz="1000" b="0" cap="none" spc="0" dirty="0">
            <a:ln w="0"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gm:t>
    </dgm:pt>
    <dgm:pt modelId="{80877D95-3EC3-4CE3-BDD6-F0E3CBCA901A}" type="parTrans" cxnId="{FB13C9D5-436B-49BC-AE2A-CE5D7CB91E1E}">
      <dgm:prSet/>
      <dgm:spPr/>
      <dgm:t>
        <a:bodyPr/>
        <a:lstStyle/>
        <a:p>
          <a:endParaRPr lang="en-IN"/>
        </a:p>
      </dgm:t>
    </dgm:pt>
    <dgm:pt modelId="{D822E53B-BC0C-4137-9F49-06F6A19A5AA0}" type="sibTrans" cxnId="{FB13C9D5-436B-49BC-AE2A-CE5D7CB91E1E}">
      <dgm:prSet/>
      <dgm:spPr/>
      <dgm:t>
        <a:bodyPr/>
        <a:lstStyle/>
        <a:p>
          <a:endParaRPr lang="en-IN"/>
        </a:p>
      </dgm:t>
    </dgm:pt>
    <dgm:pt modelId="{9B559134-3AA2-40F6-82A2-B097F1B1201A}">
      <dgm:prSet custT="1"/>
      <dgm:spPr/>
      <dgm:t>
        <a:bodyPr/>
        <a:lstStyle/>
        <a:p>
          <a:r>
            <a:rPr lang="en-IN" sz="1000" dirty="0"/>
            <a:t>Install MongoDB</a:t>
          </a:r>
          <a:endParaRPr lang="en-IN" sz="1000" b="0" cap="none" spc="0" dirty="0">
            <a:ln w="0"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gm:t>
    </dgm:pt>
    <dgm:pt modelId="{D098DF6A-46F9-4718-9308-406FCFE65E06}" type="parTrans" cxnId="{03CA5C05-C690-4139-AABA-9F3099CB56E8}">
      <dgm:prSet/>
      <dgm:spPr/>
      <dgm:t>
        <a:bodyPr/>
        <a:lstStyle/>
        <a:p>
          <a:endParaRPr lang="en-IN"/>
        </a:p>
      </dgm:t>
    </dgm:pt>
    <dgm:pt modelId="{32B59EEB-5F6F-424D-8867-BC1D2313F229}" type="sibTrans" cxnId="{03CA5C05-C690-4139-AABA-9F3099CB56E8}">
      <dgm:prSet/>
      <dgm:spPr/>
      <dgm:t>
        <a:bodyPr/>
        <a:lstStyle/>
        <a:p>
          <a:endParaRPr lang="en-IN"/>
        </a:p>
      </dgm:t>
    </dgm:pt>
    <dgm:pt modelId="{0CE3E62C-BC2D-48DB-85C2-399DC5124B97}">
      <dgm:prSet custT="1"/>
      <dgm:spPr/>
      <dgm:t>
        <a:bodyPr/>
        <a:lstStyle/>
        <a:p>
          <a:r>
            <a:rPr lang="en-IN" sz="1000" dirty="0"/>
            <a:t>Install AWS CLI</a:t>
          </a:r>
          <a:endParaRPr lang="en-IN" sz="1000" b="0" cap="none" spc="0" dirty="0">
            <a:ln w="0"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gm:t>
    </dgm:pt>
    <dgm:pt modelId="{FCA85B4B-464F-4C7B-BAD1-A8F188A1063F}" type="parTrans" cxnId="{33424DAF-74D7-4F70-B5C0-0967AF672906}">
      <dgm:prSet/>
      <dgm:spPr/>
      <dgm:t>
        <a:bodyPr/>
        <a:lstStyle/>
        <a:p>
          <a:endParaRPr lang="en-IN"/>
        </a:p>
      </dgm:t>
    </dgm:pt>
    <dgm:pt modelId="{FAAECE3E-4222-4F2C-AB4E-D538A206AB87}" type="sibTrans" cxnId="{33424DAF-74D7-4F70-B5C0-0967AF672906}">
      <dgm:prSet/>
      <dgm:spPr/>
      <dgm:t>
        <a:bodyPr/>
        <a:lstStyle/>
        <a:p>
          <a:endParaRPr lang="en-IN"/>
        </a:p>
      </dgm:t>
    </dgm:pt>
    <dgm:pt modelId="{3F61E6F8-DF99-4CEE-A5D4-665D75A9A9D0}">
      <dgm:prSet/>
      <dgm:spPr/>
      <dgm:t>
        <a:bodyPr/>
        <a:lstStyle/>
        <a:p>
          <a:r>
            <a:rPr lang="en-IN" dirty="0">
              <a:solidFill>
                <a:srgbClr val="000000"/>
              </a:solidFill>
            </a:rPr>
            <a:t>Backup Script Development</a:t>
          </a:r>
          <a:endParaRPr lang="en-IN" b="0" cap="none" spc="0" dirty="0">
            <a:ln w="0"/>
            <a:solidFill>
              <a:srgbClr val="000000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gm:t>
    </dgm:pt>
    <dgm:pt modelId="{F194C2D7-318C-44D4-B370-18761D313E41}" type="parTrans" cxnId="{FCABA5F6-EA9C-4305-8447-84FC17024034}">
      <dgm:prSet/>
      <dgm:spPr/>
      <dgm:t>
        <a:bodyPr/>
        <a:lstStyle/>
        <a:p>
          <a:endParaRPr lang="en-IN"/>
        </a:p>
      </dgm:t>
    </dgm:pt>
    <dgm:pt modelId="{E07BCEC1-A5EA-4B6C-BCA0-62D9CA2D9D39}" type="sibTrans" cxnId="{FCABA5F6-EA9C-4305-8447-84FC17024034}">
      <dgm:prSet/>
      <dgm:spPr/>
      <dgm:t>
        <a:bodyPr/>
        <a:lstStyle/>
        <a:p>
          <a:endParaRPr lang="en-IN"/>
        </a:p>
      </dgm:t>
    </dgm:pt>
    <dgm:pt modelId="{445EB488-7E1D-4270-95BD-EBEF41CE1EA9}">
      <dgm:prSet custT="1"/>
      <dgm:spPr/>
      <dgm:t>
        <a:bodyPr/>
        <a:lstStyle/>
        <a:p>
          <a:r>
            <a:rPr lang="en-IN" sz="1000" dirty="0"/>
            <a:t>Create mongo_backup.sh</a:t>
          </a:r>
          <a:endParaRPr lang="en-IN" sz="1000" b="0" cap="none" spc="0" dirty="0">
            <a:ln w="0"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gm:t>
    </dgm:pt>
    <dgm:pt modelId="{179412D7-5005-4E37-BD34-F2BF886C5C6D}" type="parTrans" cxnId="{DA2EC20A-070C-4AC6-9238-3FBBE6DE1012}">
      <dgm:prSet/>
      <dgm:spPr/>
      <dgm:t>
        <a:bodyPr/>
        <a:lstStyle/>
        <a:p>
          <a:endParaRPr lang="en-IN"/>
        </a:p>
      </dgm:t>
    </dgm:pt>
    <dgm:pt modelId="{BBFD7B84-4C5A-4522-874B-66921355B733}" type="sibTrans" cxnId="{DA2EC20A-070C-4AC6-9238-3FBBE6DE1012}">
      <dgm:prSet/>
      <dgm:spPr/>
      <dgm:t>
        <a:bodyPr/>
        <a:lstStyle/>
        <a:p>
          <a:endParaRPr lang="en-IN"/>
        </a:p>
      </dgm:t>
    </dgm:pt>
    <dgm:pt modelId="{A292C54B-AD67-4875-9A54-D22722F4A674}">
      <dgm:prSet custT="1"/>
      <dgm:spPr/>
      <dgm:t>
        <a:bodyPr/>
        <a:lstStyle/>
        <a:p>
          <a:r>
            <a:rPr lang="en-IN" sz="1000" dirty="0"/>
            <a:t>Configure </a:t>
          </a:r>
          <a:r>
            <a:rPr lang="en-IN" sz="1000" dirty="0" err="1"/>
            <a:t>mongodump</a:t>
          </a:r>
          <a:endParaRPr lang="en-IN" sz="1000" b="0" cap="none" spc="0" dirty="0">
            <a:ln w="0"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gm:t>
    </dgm:pt>
    <dgm:pt modelId="{668DC280-C228-41BF-A042-82A99C387DCA}" type="parTrans" cxnId="{1272E699-934D-48BD-93A8-FBAB3391A1EE}">
      <dgm:prSet/>
      <dgm:spPr/>
      <dgm:t>
        <a:bodyPr/>
        <a:lstStyle/>
        <a:p>
          <a:endParaRPr lang="en-IN"/>
        </a:p>
      </dgm:t>
    </dgm:pt>
    <dgm:pt modelId="{CB977039-8949-49F4-A62E-84C49585C81D}" type="sibTrans" cxnId="{1272E699-934D-48BD-93A8-FBAB3391A1EE}">
      <dgm:prSet/>
      <dgm:spPr/>
      <dgm:t>
        <a:bodyPr/>
        <a:lstStyle/>
        <a:p>
          <a:endParaRPr lang="en-IN"/>
        </a:p>
      </dgm:t>
    </dgm:pt>
    <dgm:pt modelId="{8B22D748-956D-40C2-8146-E8AAD675E788}">
      <dgm:prSet custT="1"/>
      <dgm:spPr/>
      <dgm:t>
        <a:bodyPr/>
        <a:lstStyle/>
        <a:p>
          <a:r>
            <a:rPr lang="en-IN" sz="1000" dirty="0"/>
            <a:t>Configure S3 Upload</a:t>
          </a:r>
          <a:endParaRPr lang="en-IN" sz="1000" b="0" cap="none" spc="0" dirty="0">
            <a:ln w="0"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gm:t>
    </dgm:pt>
    <dgm:pt modelId="{C17F0B4E-C1E9-45D6-BEA4-98338132F282}" type="parTrans" cxnId="{B16FD355-23DF-4156-AD8C-D6039A5368AA}">
      <dgm:prSet/>
      <dgm:spPr/>
      <dgm:t>
        <a:bodyPr/>
        <a:lstStyle/>
        <a:p>
          <a:endParaRPr lang="en-IN"/>
        </a:p>
      </dgm:t>
    </dgm:pt>
    <dgm:pt modelId="{4DAEC105-003F-48B1-9AAC-029D6D5B0493}" type="sibTrans" cxnId="{B16FD355-23DF-4156-AD8C-D6039A5368AA}">
      <dgm:prSet/>
      <dgm:spPr/>
      <dgm:t>
        <a:bodyPr/>
        <a:lstStyle/>
        <a:p>
          <a:endParaRPr lang="en-IN"/>
        </a:p>
      </dgm:t>
    </dgm:pt>
    <dgm:pt modelId="{2A883FF2-D200-42CC-9EE8-F3B5319C23B7}">
      <dgm:prSet custT="1"/>
      <dgm:spPr/>
      <dgm:t>
        <a:bodyPr/>
        <a:lstStyle/>
        <a:p>
          <a:r>
            <a:rPr lang="en-IN" sz="1000" dirty="0">
              <a:solidFill>
                <a:srgbClr val="000000"/>
              </a:solidFill>
            </a:rPr>
            <a:t>Scheduler Configuration</a:t>
          </a:r>
          <a:endParaRPr lang="en-IN" sz="1000" b="0" cap="none" spc="0" dirty="0">
            <a:ln w="0"/>
            <a:solidFill>
              <a:srgbClr val="000000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gm:t>
    </dgm:pt>
    <dgm:pt modelId="{34D3C2EA-6427-4186-B13C-2C7537F7D189}" type="parTrans" cxnId="{B1FF1D04-123A-4DAE-93BA-5926DF7AA8A0}">
      <dgm:prSet/>
      <dgm:spPr/>
      <dgm:t>
        <a:bodyPr/>
        <a:lstStyle/>
        <a:p>
          <a:endParaRPr lang="en-IN"/>
        </a:p>
      </dgm:t>
    </dgm:pt>
    <dgm:pt modelId="{E49D592C-6DD3-4C52-9EF4-8EA12E48583B}" type="sibTrans" cxnId="{B1FF1D04-123A-4DAE-93BA-5926DF7AA8A0}">
      <dgm:prSet/>
      <dgm:spPr/>
      <dgm:t>
        <a:bodyPr/>
        <a:lstStyle/>
        <a:p>
          <a:endParaRPr lang="en-IN"/>
        </a:p>
      </dgm:t>
    </dgm:pt>
    <dgm:pt modelId="{044E20C2-4BC7-42CA-880F-8A493B0FF82E}">
      <dgm:prSet custT="1"/>
      <dgm:spPr/>
      <dgm:t>
        <a:bodyPr/>
        <a:lstStyle/>
        <a:p>
          <a:r>
            <a:rPr lang="en-IN" sz="1000" dirty="0"/>
            <a:t>Configure Cron Job</a:t>
          </a:r>
          <a:endParaRPr lang="en-IN" sz="1000" b="0" cap="none" spc="0" dirty="0">
            <a:ln w="0"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gm:t>
    </dgm:pt>
    <dgm:pt modelId="{7C34B6DF-3F1E-4AF0-A633-BA987B915B82}" type="parTrans" cxnId="{BBD05AD6-ACCC-4AC0-970F-206D6B3E104B}">
      <dgm:prSet/>
      <dgm:spPr/>
      <dgm:t>
        <a:bodyPr/>
        <a:lstStyle/>
        <a:p>
          <a:endParaRPr lang="en-IN"/>
        </a:p>
      </dgm:t>
    </dgm:pt>
    <dgm:pt modelId="{9B4B6C03-A7FB-4898-B3FC-1BEB72D8A366}" type="sibTrans" cxnId="{BBD05AD6-ACCC-4AC0-970F-206D6B3E104B}">
      <dgm:prSet/>
      <dgm:spPr/>
      <dgm:t>
        <a:bodyPr/>
        <a:lstStyle/>
        <a:p>
          <a:endParaRPr lang="en-IN"/>
        </a:p>
      </dgm:t>
    </dgm:pt>
    <dgm:pt modelId="{1D454B85-DEBB-43BA-AE44-43E82E45B9F9}">
      <dgm:prSet custT="1"/>
      <dgm:spPr/>
      <dgm:t>
        <a:bodyPr/>
        <a:lstStyle/>
        <a:p>
          <a:r>
            <a:rPr lang="en-IN" sz="1000" dirty="0"/>
            <a:t>Automate Backup Execution</a:t>
          </a:r>
          <a:endParaRPr lang="en-IN" sz="1000" b="0" cap="none" spc="0" dirty="0">
            <a:ln w="0"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gm:t>
    </dgm:pt>
    <dgm:pt modelId="{64ADA438-FC61-4206-9E8B-401EE89291A0}" type="parTrans" cxnId="{FAB16986-2F77-497E-BFA5-6B392689B4C9}">
      <dgm:prSet/>
      <dgm:spPr/>
      <dgm:t>
        <a:bodyPr/>
        <a:lstStyle/>
        <a:p>
          <a:endParaRPr lang="en-IN"/>
        </a:p>
      </dgm:t>
    </dgm:pt>
    <dgm:pt modelId="{34EF11CD-36AD-41D2-99F8-161BAE229ABE}" type="sibTrans" cxnId="{FAB16986-2F77-497E-BFA5-6B392689B4C9}">
      <dgm:prSet/>
      <dgm:spPr/>
      <dgm:t>
        <a:bodyPr/>
        <a:lstStyle/>
        <a:p>
          <a:endParaRPr lang="en-IN"/>
        </a:p>
      </dgm:t>
    </dgm:pt>
    <dgm:pt modelId="{7EF50816-2B58-4E17-8323-00B193543A21}">
      <dgm:prSet custT="1"/>
      <dgm:spPr/>
      <dgm:t>
        <a:bodyPr/>
        <a:lstStyle/>
        <a:p>
          <a:r>
            <a:rPr lang="en-IN" sz="1000" dirty="0"/>
            <a:t>Verify Logs</a:t>
          </a:r>
          <a:endParaRPr lang="en-IN" sz="1000" b="0" cap="none" spc="0" dirty="0">
            <a:ln w="0"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gm:t>
    </dgm:pt>
    <dgm:pt modelId="{82462721-4EFE-4474-8F19-5F4CEB432996}" type="parTrans" cxnId="{DDE55B69-7075-49D0-BD0D-34EE080BC1EA}">
      <dgm:prSet/>
      <dgm:spPr/>
      <dgm:t>
        <a:bodyPr/>
        <a:lstStyle/>
        <a:p>
          <a:endParaRPr lang="en-IN"/>
        </a:p>
      </dgm:t>
    </dgm:pt>
    <dgm:pt modelId="{8662BDCD-D6C7-4CCB-813E-3E3EC9567158}" type="sibTrans" cxnId="{DDE55B69-7075-49D0-BD0D-34EE080BC1EA}">
      <dgm:prSet/>
      <dgm:spPr/>
      <dgm:t>
        <a:bodyPr/>
        <a:lstStyle/>
        <a:p>
          <a:endParaRPr lang="en-IN"/>
        </a:p>
      </dgm:t>
    </dgm:pt>
    <dgm:pt modelId="{8D7FD480-E28D-4BA3-A312-5AE2504AF705}">
      <dgm:prSet custT="1"/>
      <dgm:spPr/>
      <dgm:t>
        <a:bodyPr/>
        <a:lstStyle/>
        <a:p>
          <a:r>
            <a:rPr lang="en-IN" sz="700" b="0" cap="none" spc="0" dirty="0">
              <a:ln w="0"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rPr>
            <a:t> </a:t>
          </a:r>
          <a:r>
            <a:rPr lang="en-IN" sz="1200" b="0" cap="none" spc="0" dirty="0">
              <a:ln w="0"/>
              <a:solidFill>
                <a:srgbClr val="000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rPr>
            <a:t>Testing</a:t>
          </a:r>
        </a:p>
      </dgm:t>
    </dgm:pt>
    <dgm:pt modelId="{066B135B-D747-40F7-B3A0-943F9B4F1CFA}" type="parTrans" cxnId="{A316B1DB-505A-4C76-B4FF-2525598177A2}">
      <dgm:prSet/>
      <dgm:spPr/>
      <dgm:t>
        <a:bodyPr/>
        <a:lstStyle/>
        <a:p>
          <a:endParaRPr lang="en-IN"/>
        </a:p>
      </dgm:t>
    </dgm:pt>
    <dgm:pt modelId="{5F5D0F66-1530-4A23-A559-C3892E41AEC1}" type="sibTrans" cxnId="{A316B1DB-505A-4C76-B4FF-2525598177A2}">
      <dgm:prSet/>
      <dgm:spPr/>
      <dgm:t>
        <a:bodyPr/>
        <a:lstStyle/>
        <a:p>
          <a:endParaRPr lang="en-IN"/>
        </a:p>
      </dgm:t>
    </dgm:pt>
    <dgm:pt modelId="{1D3C732A-9989-4CBE-B162-3C87B1DB1578}">
      <dgm:prSet custT="1"/>
      <dgm:spPr/>
      <dgm:t>
        <a:bodyPr/>
        <a:lstStyle/>
        <a:p>
          <a:r>
            <a:rPr lang="en-IN" sz="1000" dirty="0">
              <a:solidFill>
                <a:srgbClr val="000000"/>
              </a:solidFill>
            </a:rPr>
            <a:t>Backup Testing</a:t>
          </a:r>
          <a:endParaRPr lang="en-IN" sz="1000" b="0" cap="none" spc="0" dirty="0">
            <a:ln w="0"/>
            <a:solidFill>
              <a:srgbClr val="000000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gm:t>
    </dgm:pt>
    <dgm:pt modelId="{E83F6D9F-C5D9-4B7D-8A65-C99173A1779D}" type="parTrans" cxnId="{4C988B4F-1327-4FB2-8D7B-A472A5CF52A9}">
      <dgm:prSet/>
      <dgm:spPr/>
      <dgm:t>
        <a:bodyPr/>
        <a:lstStyle/>
        <a:p>
          <a:endParaRPr lang="en-IN"/>
        </a:p>
      </dgm:t>
    </dgm:pt>
    <dgm:pt modelId="{C79AC462-B731-4D19-8116-0AFBE3E2D246}" type="sibTrans" cxnId="{4C988B4F-1327-4FB2-8D7B-A472A5CF52A9}">
      <dgm:prSet/>
      <dgm:spPr/>
      <dgm:t>
        <a:bodyPr/>
        <a:lstStyle/>
        <a:p>
          <a:endParaRPr lang="en-IN"/>
        </a:p>
      </dgm:t>
    </dgm:pt>
    <dgm:pt modelId="{5985969D-696E-43F2-9E92-1EB373E4895B}">
      <dgm:prSet custT="1"/>
      <dgm:spPr/>
      <dgm:t>
        <a:bodyPr/>
        <a:lstStyle/>
        <a:p>
          <a:r>
            <a:rPr lang="en-IN" sz="1000" dirty="0">
              <a:solidFill>
                <a:srgbClr val="000000"/>
              </a:solidFill>
            </a:rPr>
            <a:t>Restore Testing</a:t>
          </a:r>
          <a:endParaRPr lang="en-IN" sz="1000" b="0" cap="none" spc="0" dirty="0">
            <a:ln w="0"/>
            <a:solidFill>
              <a:srgbClr val="000000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gm:t>
    </dgm:pt>
    <dgm:pt modelId="{36BD66CC-337A-4B85-9D4D-9282CA545D5F}" type="parTrans" cxnId="{87EB1845-B2E5-4C15-A295-60FA5A1E3DC4}">
      <dgm:prSet/>
      <dgm:spPr/>
      <dgm:t>
        <a:bodyPr/>
        <a:lstStyle/>
        <a:p>
          <a:endParaRPr lang="en-IN"/>
        </a:p>
      </dgm:t>
    </dgm:pt>
    <dgm:pt modelId="{5FBA6EF0-AE24-4B7B-8D81-5289A8903AFA}" type="sibTrans" cxnId="{87EB1845-B2E5-4C15-A295-60FA5A1E3DC4}">
      <dgm:prSet/>
      <dgm:spPr/>
      <dgm:t>
        <a:bodyPr/>
        <a:lstStyle/>
        <a:p>
          <a:endParaRPr lang="en-IN"/>
        </a:p>
      </dgm:t>
    </dgm:pt>
    <dgm:pt modelId="{22A79E59-CA9F-4A19-B63B-9C7BD13BE489}">
      <dgm:prSet custT="1"/>
      <dgm:spPr/>
      <dgm:t>
        <a:bodyPr/>
        <a:lstStyle/>
        <a:p>
          <a:r>
            <a:rPr lang="en-IN" sz="1000" dirty="0">
              <a:solidFill>
                <a:srgbClr val="000000"/>
              </a:solidFill>
            </a:rPr>
            <a:t>Validation</a:t>
          </a:r>
          <a:endParaRPr lang="en-IN" sz="1000" b="0" cap="none" spc="0" dirty="0">
            <a:ln w="0"/>
            <a:solidFill>
              <a:srgbClr val="000000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gm:t>
    </dgm:pt>
    <dgm:pt modelId="{46B72DC6-D7F4-4A1B-9500-C25738DF3A4D}" type="parTrans" cxnId="{48FCF7CC-8ED7-4E8E-8DFE-B61D10C17160}">
      <dgm:prSet/>
      <dgm:spPr/>
      <dgm:t>
        <a:bodyPr/>
        <a:lstStyle/>
        <a:p>
          <a:endParaRPr lang="en-IN"/>
        </a:p>
      </dgm:t>
    </dgm:pt>
    <dgm:pt modelId="{D225076E-4106-4C08-B155-5D2F2DE9E4C7}" type="sibTrans" cxnId="{48FCF7CC-8ED7-4E8E-8DFE-B61D10C17160}">
      <dgm:prSet/>
      <dgm:spPr/>
      <dgm:t>
        <a:bodyPr/>
        <a:lstStyle/>
        <a:p>
          <a:endParaRPr lang="en-IN"/>
        </a:p>
      </dgm:t>
    </dgm:pt>
    <dgm:pt modelId="{25E52169-9479-4FF8-A606-96024E0B0B05}">
      <dgm:prSet custT="1"/>
      <dgm:spPr/>
      <dgm:t>
        <a:bodyPr/>
        <a:lstStyle/>
        <a:p>
          <a:r>
            <a:rPr lang="en-IN" sz="700" b="0" cap="none" spc="0" dirty="0">
              <a:ln w="0"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rPr>
            <a:t> </a:t>
          </a:r>
          <a:r>
            <a:rPr lang="en-IN" sz="1200" b="0" cap="none" spc="0" dirty="0">
              <a:ln w="0"/>
              <a:solidFill>
                <a:srgbClr val="000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rPr>
            <a:t>Deployment</a:t>
          </a:r>
        </a:p>
      </dgm:t>
    </dgm:pt>
    <dgm:pt modelId="{5260B0D6-05A6-44D5-8A44-9300E294AD83}" type="parTrans" cxnId="{042C1351-2D51-4274-BA42-444304E4072A}">
      <dgm:prSet/>
      <dgm:spPr/>
      <dgm:t>
        <a:bodyPr/>
        <a:lstStyle/>
        <a:p>
          <a:endParaRPr lang="en-IN"/>
        </a:p>
      </dgm:t>
    </dgm:pt>
    <dgm:pt modelId="{3B776EA0-CA1C-44BD-88AE-9F58064EC2FD}" type="sibTrans" cxnId="{042C1351-2D51-4274-BA42-444304E4072A}">
      <dgm:prSet/>
      <dgm:spPr/>
      <dgm:t>
        <a:bodyPr/>
        <a:lstStyle/>
        <a:p>
          <a:endParaRPr lang="en-IN"/>
        </a:p>
      </dgm:t>
    </dgm:pt>
    <dgm:pt modelId="{B470058F-60EE-4F3C-AD2C-7863DA07BA4E}">
      <dgm:prSet custT="1"/>
      <dgm:spPr/>
      <dgm:t>
        <a:bodyPr/>
        <a:lstStyle/>
        <a:p>
          <a:r>
            <a:rPr lang="en-IN" sz="1000" dirty="0">
              <a:solidFill>
                <a:srgbClr val="000000"/>
              </a:solidFill>
            </a:rPr>
            <a:t>Production Deployment</a:t>
          </a:r>
          <a:endParaRPr lang="en-IN" sz="1000" b="0" cap="none" spc="0" dirty="0">
            <a:ln w="0"/>
            <a:solidFill>
              <a:srgbClr val="000000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gm:t>
    </dgm:pt>
    <dgm:pt modelId="{E88C7106-DA0E-4501-AE2A-2E7FC40E7221}" type="parTrans" cxnId="{4D751A36-ABD3-4A56-855E-3DE884A5CD3C}">
      <dgm:prSet/>
      <dgm:spPr/>
      <dgm:t>
        <a:bodyPr/>
        <a:lstStyle/>
        <a:p>
          <a:endParaRPr lang="en-IN"/>
        </a:p>
      </dgm:t>
    </dgm:pt>
    <dgm:pt modelId="{E251D324-FA80-4702-A890-253DE515C026}" type="sibTrans" cxnId="{4D751A36-ABD3-4A56-855E-3DE884A5CD3C}">
      <dgm:prSet/>
      <dgm:spPr/>
      <dgm:t>
        <a:bodyPr/>
        <a:lstStyle/>
        <a:p>
          <a:endParaRPr lang="en-IN"/>
        </a:p>
      </dgm:t>
    </dgm:pt>
    <dgm:pt modelId="{BCECBA21-B7D1-48CB-9841-C105BBB29C0B}">
      <dgm:prSet custT="1"/>
      <dgm:spPr/>
      <dgm:t>
        <a:bodyPr/>
        <a:lstStyle/>
        <a:p>
          <a:r>
            <a:rPr lang="en-IN" sz="1000" dirty="0">
              <a:solidFill>
                <a:srgbClr val="000000"/>
              </a:solidFill>
            </a:rPr>
            <a:t>Cloud Storage Verification</a:t>
          </a:r>
          <a:endParaRPr lang="en-IN" sz="1000" b="0" cap="none" spc="0" dirty="0">
            <a:ln w="0"/>
            <a:solidFill>
              <a:srgbClr val="000000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gm:t>
    </dgm:pt>
    <dgm:pt modelId="{6D35D7D8-7EF8-4C7F-B422-F100D957EE04}" type="parTrans" cxnId="{E4B1F95C-E177-4C3B-A658-8F206740F407}">
      <dgm:prSet/>
      <dgm:spPr/>
      <dgm:t>
        <a:bodyPr/>
        <a:lstStyle/>
        <a:p>
          <a:endParaRPr lang="en-IN"/>
        </a:p>
      </dgm:t>
    </dgm:pt>
    <dgm:pt modelId="{48DB0025-450C-413B-92AD-B6813E42BE19}" type="sibTrans" cxnId="{E4B1F95C-E177-4C3B-A658-8F206740F407}">
      <dgm:prSet/>
      <dgm:spPr/>
      <dgm:t>
        <a:bodyPr/>
        <a:lstStyle/>
        <a:p>
          <a:endParaRPr lang="en-IN"/>
        </a:p>
      </dgm:t>
    </dgm:pt>
    <dgm:pt modelId="{178632EF-1D5D-47D4-8522-E50BAD88BC8C}">
      <dgm:prSet custT="1"/>
      <dgm:spPr/>
      <dgm:t>
        <a:bodyPr/>
        <a:lstStyle/>
        <a:p>
          <a:r>
            <a:rPr lang="en-IN" sz="1200" b="0" cap="none" spc="0" dirty="0">
              <a:ln w="0"/>
              <a:solidFill>
                <a:srgbClr val="000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rPr>
            <a:t>Documentation &amp; Closure</a:t>
          </a:r>
        </a:p>
      </dgm:t>
    </dgm:pt>
    <dgm:pt modelId="{49406674-68DF-451C-B619-937CE480D6BB}" type="parTrans" cxnId="{A2E93CFA-7918-4501-96B9-5917F6220D01}">
      <dgm:prSet/>
      <dgm:spPr/>
      <dgm:t>
        <a:bodyPr/>
        <a:lstStyle/>
        <a:p>
          <a:endParaRPr lang="en-IN"/>
        </a:p>
      </dgm:t>
    </dgm:pt>
    <dgm:pt modelId="{1309C417-55A2-4840-B661-57E342250BE1}" type="sibTrans" cxnId="{A2E93CFA-7918-4501-96B9-5917F6220D01}">
      <dgm:prSet/>
      <dgm:spPr/>
      <dgm:t>
        <a:bodyPr/>
        <a:lstStyle/>
        <a:p>
          <a:endParaRPr lang="en-IN"/>
        </a:p>
      </dgm:t>
    </dgm:pt>
    <dgm:pt modelId="{DFA6BA93-D61D-4170-B2B3-D18F9C6D4133}">
      <dgm:prSet/>
      <dgm:spPr/>
      <dgm:t>
        <a:bodyPr/>
        <a:lstStyle/>
        <a:p>
          <a:r>
            <a:rPr lang="en-IN" dirty="0">
              <a:solidFill>
                <a:srgbClr val="000000"/>
              </a:solidFill>
            </a:rPr>
            <a:t>Software Design Specification</a:t>
          </a:r>
          <a:endParaRPr lang="en-IN" b="0" cap="none" spc="0" dirty="0">
            <a:ln w="0"/>
            <a:solidFill>
              <a:srgbClr val="000000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gm:t>
    </dgm:pt>
    <dgm:pt modelId="{C9874DCE-2817-4BF1-9530-4EDDFB4B8C99}" type="parTrans" cxnId="{08FF45CD-245F-495F-9479-E901AFB3E7FF}">
      <dgm:prSet/>
      <dgm:spPr/>
      <dgm:t>
        <a:bodyPr/>
        <a:lstStyle/>
        <a:p>
          <a:endParaRPr lang="en-IN"/>
        </a:p>
      </dgm:t>
    </dgm:pt>
    <dgm:pt modelId="{45FAB6B0-48A0-4016-AABA-EC73CDC3EB93}" type="sibTrans" cxnId="{08FF45CD-245F-495F-9479-E901AFB3E7FF}">
      <dgm:prSet/>
      <dgm:spPr/>
      <dgm:t>
        <a:bodyPr/>
        <a:lstStyle/>
        <a:p>
          <a:endParaRPr lang="en-IN"/>
        </a:p>
      </dgm:t>
    </dgm:pt>
    <dgm:pt modelId="{A37922AD-8D3D-4DD2-8A32-BFAD633EE508}">
      <dgm:prSet custT="1"/>
      <dgm:spPr/>
      <dgm:t>
        <a:bodyPr/>
        <a:lstStyle/>
        <a:p>
          <a:r>
            <a:rPr lang="en-IN" sz="1000" b="0" cap="none" spc="0" dirty="0">
              <a:ln w="0"/>
              <a:solidFill>
                <a:srgbClr val="000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rPr>
            <a:t>RAID Log</a:t>
          </a:r>
        </a:p>
      </dgm:t>
    </dgm:pt>
    <dgm:pt modelId="{C1B3811B-5D2D-4C94-9849-CB7AEF3978C0}" type="parTrans" cxnId="{66915683-3374-4B61-8C39-3A4F5827EB7D}">
      <dgm:prSet/>
      <dgm:spPr/>
      <dgm:t>
        <a:bodyPr/>
        <a:lstStyle/>
        <a:p>
          <a:endParaRPr lang="en-IN"/>
        </a:p>
      </dgm:t>
    </dgm:pt>
    <dgm:pt modelId="{F6F75B9B-582C-4BC5-BD29-F916D699C72F}" type="sibTrans" cxnId="{66915683-3374-4B61-8C39-3A4F5827EB7D}">
      <dgm:prSet/>
      <dgm:spPr/>
      <dgm:t>
        <a:bodyPr/>
        <a:lstStyle/>
        <a:p>
          <a:endParaRPr lang="en-IN"/>
        </a:p>
      </dgm:t>
    </dgm:pt>
    <dgm:pt modelId="{EB6082B1-92CD-49B9-BFEF-02D6C6BE45D0}">
      <dgm:prSet custT="1"/>
      <dgm:spPr/>
      <dgm:t>
        <a:bodyPr/>
        <a:lstStyle/>
        <a:p>
          <a:r>
            <a:rPr lang="en-IN" sz="1000" dirty="0">
              <a:solidFill>
                <a:srgbClr val="000000"/>
              </a:solidFill>
            </a:rPr>
            <a:t>Project Report</a:t>
          </a:r>
          <a:endParaRPr lang="en-IN" sz="1000" b="0" cap="none" spc="0" dirty="0">
            <a:ln w="0"/>
            <a:solidFill>
              <a:srgbClr val="000000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gm:t>
    </dgm:pt>
    <dgm:pt modelId="{C5F3AEA8-DCA3-4FD9-B129-D6B50DCF38A0}" type="parTrans" cxnId="{A208CC2E-4624-4D46-93E6-DA3AF663BAB5}">
      <dgm:prSet/>
      <dgm:spPr/>
      <dgm:t>
        <a:bodyPr/>
        <a:lstStyle/>
        <a:p>
          <a:endParaRPr lang="en-IN"/>
        </a:p>
      </dgm:t>
    </dgm:pt>
    <dgm:pt modelId="{EBEEC23E-EE2A-41F7-BD99-4484661CC49D}" type="sibTrans" cxnId="{A208CC2E-4624-4D46-93E6-DA3AF663BAB5}">
      <dgm:prSet/>
      <dgm:spPr/>
      <dgm:t>
        <a:bodyPr/>
        <a:lstStyle/>
        <a:p>
          <a:endParaRPr lang="en-IN"/>
        </a:p>
      </dgm:t>
    </dgm:pt>
    <dgm:pt modelId="{4C2DD090-C5E0-401E-B9BA-7292D365AAF8}">
      <dgm:prSet custT="1"/>
      <dgm:spPr/>
      <dgm:t>
        <a:bodyPr/>
        <a:lstStyle/>
        <a:p>
          <a:r>
            <a:rPr lang="en-IN" sz="1000" b="0" cap="none" spc="0" dirty="0">
              <a:ln w="0"/>
              <a:solidFill>
                <a:srgbClr val="000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rPr>
            <a:t>Demo Video</a:t>
          </a:r>
        </a:p>
      </dgm:t>
    </dgm:pt>
    <dgm:pt modelId="{D8F5818D-D5D6-4780-B9FB-1AABFE4372F0}" type="parTrans" cxnId="{819EF8B8-B50D-4BAF-BF63-4531972FF0B1}">
      <dgm:prSet/>
      <dgm:spPr/>
      <dgm:t>
        <a:bodyPr/>
        <a:lstStyle/>
        <a:p>
          <a:endParaRPr lang="en-IN"/>
        </a:p>
      </dgm:t>
    </dgm:pt>
    <dgm:pt modelId="{C431E1CB-5CA4-46B3-8765-10134EDCF130}" type="sibTrans" cxnId="{819EF8B8-B50D-4BAF-BF63-4531972FF0B1}">
      <dgm:prSet/>
      <dgm:spPr/>
      <dgm:t>
        <a:bodyPr/>
        <a:lstStyle/>
        <a:p>
          <a:endParaRPr lang="en-IN"/>
        </a:p>
      </dgm:t>
    </dgm:pt>
    <dgm:pt modelId="{B181E32C-3F17-4316-A199-A3AB5E6B2EBE}">
      <dgm:prSet custT="1"/>
      <dgm:spPr/>
      <dgm:t>
        <a:bodyPr/>
        <a:lstStyle/>
        <a:p>
          <a:r>
            <a:rPr lang="en-IN" sz="1000" dirty="0">
              <a:solidFill>
                <a:srgbClr val="000000"/>
              </a:solidFill>
            </a:rPr>
            <a:t>Source Code ZIP</a:t>
          </a:r>
          <a:endParaRPr lang="en-IN" sz="1000" b="0" cap="none" spc="0" dirty="0">
            <a:ln w="0"/>
            <a:solidFill>
              <a:srgbClr val="000000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gm:t>
    </dgm:pt>
    <dgm:pt modelId="{CD71117B-2158-4763-B51A-B203109E9E0C}" type="parTrans" cxnId="{94377C5A-AB66-4920-BD76-0ED83A124637}">
      <dgm:prSet/>
      <dgm:spPr/>
      <dgm:t>
        <a:bodyPr/>
        <a:lstStyle/>
        <a:p>
          <a:endParaRPr lang="en-IN"/>
        </a:p>
      </dgm:t>
    </dgm:pt>
    <dgm:pt modelId="{72FC20F5-740B-4758-9523-7F6E315C4EBF}" type="sibTrans" cxnId="{94377C5A-AB66-4920-BD76-0ED83A124637}">
      <dgm:prSet/>
      <dgm:spPr/>
      <dgm:t>
        <a:bodyPr/>
        <a:lstStyle/>
        <a:p>
          <a:endParaRPr lang="en-IN"/>
        </a:p>
      </dgm:t>
    </dgm:pt>
    <dgm:pt modelId="{F3BBB4B2-1A2C-46F7-8352-3AF1BE315D8C}">
      <dgm:prSet custT="1"/>
      <dgm:spPr/>
      <dgm:t>
        <a:bodyPr/>
        <a:lstStyle/>
        <a:p>
          <a:r>
            <a:rPr lang="en-IN" sz="1000" dirty="0"/>
            <a:t>Cron Scheduler</a:t>
          </a:r>
          <a:endParaRPr lang="en-IN" sz="1000" b="0" cap="none" spc="0" dirty="0">
            <a:ln w="0"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gm:t>
    </dgm:pt>
    <dgm:pt modelId="{924A3C4B-DEE4-43E8-A4F7-2754FCCF8D04}" type="parTrans" cxnId="{96945E56-AA37-45FA-A7C7-11286D84EBFE}">
      <dgm:prSet/>
      <dgm:spPr/>
      <dgm:t>
        <a:bodyPr/>
        <a:lstStyle/>
        <a:p>
          <a:endParaRPr lang="en-IN"/>
        </a:p>
      </dgm:t>
    </dgm:pt>
    <dgm:pt modelId="{C36FA1DC-8EA6-4CF0-887B-1A9028B4A935}" type="sibTrans" cxnId="{96945E56-AA37-45FA-A7C7-11286D84EBFE}">
      <dgm:prSet/>
      <dgm:spPr/>
      <dgm:t>
        <a:bodyPr/>
        <a:lstStyle/>
        <a:p>
          <a:endParaRPr lang="en-IN"/>
        </a:p>
      </dgm:t>
    </dgm:pt>
    <dgm:pt modelId="{CE256801-BAF9-4C3C-9F75-F2A0D2B67ABF}">
      <dgm:prSet/>
      <dgm:spPr/>
      <dgm:t>
        <a:bodyPr/>
        <a:lstStyle/>
        <a:p>
          <a:r>
            <a:rPr lang="en-IN" b="0" cap="none" spc="0" dirty="0">
              <a:ln w="0"/>
              <a:solidFill>
                <a:srgbClr val="000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rPr>
            <a:t>Technology Selection</a:t>
          </a:r>
        </a:p>
      </dgm:t>
    </dgm:pt>
    <dgm:pt modelId="{F6D3E013-24CB-4F1D-84A9-6A3291A50957}" type="parTrans" cxnId="{7AC0F07D-4D25-4DD6-A866-68317B28AB6C}">
      <dgm:prSet/>
      <dgm:spPr/>
      <dgm:t>
        <a:bodyPr/>
        <a:lstStyle/>
        <a:p>
          <a:endParaRPr lang="en-IN"/>
        </a:p>
      </dgm:t>
    </dgm:pt>
    <dgm:pt modelId="{6B634902-58AE-4F6B-91DB-F55FDAF235CA}" type="sibTrans" cxnId="{7AC0F07D-4D25-4DD6-A866-68317B28AB6C}">
      <dgm:prSet/>
      <dgm:spPr/>
      <dgm:t>
        <a:bodyPr/>
        <a:lstStyle/>
        <a:p>
          <a:endParaRPr lang="en-IN"/>
        </a:p>
      </dgm:t>
    </dgm:pt>
    <dgm:pt modelId="{C94B9547-CD0B-4130-B6EA-C1A8B89620AC}" type="pres">
      <dgm:prSet presAssocID="{2E69A3F8-2077-48E8-B350-E624C5A4E51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IN"/>
        </a:p>
      </dgm:t>
    </dgm:pt>
    <dgm:pt modelId="{D0F6F724-BDE2-48D0-A27D-07ED66B78727}" type="pres">
      <dgm:prSet presAssocID="{C8D5B040-28D6-4552-B47E-519E68BB66A8}" presName="hierRoot1" presStyleCnt="0">
        <dgm:presLayoutVars>
          <dgm:hierBranch val="init"/>
        </dgm:presLayoutVars>
      </dgm:prSet>
      <dgm:spPr/>
    </dgm:pt>
    <dgm:pt modelId="{3B5867B6-BDC4-4679-9F10-19C6EBF46D75}" type="pres">
      <dgm:prSet presAssocID="{C8D5B040-28D6-4552-B47E-519E68BB66A8}" presName="rootComposite1" presStyleCnt="0"/>
      <dgm:spPr/>
    </dgm:pt>
    <dgm:pt modelId="{14E187F1-CF2A-4828-AAB1-859218607CA5}" type="pres">
      <dgm:prSet presAssocID="{C8D5B040-28D6-4552-B47E-519E68BB66A8}" presName="rootText1" presStyleLbl="node0" presStyleIdx="0" presStyleCnt="1" custScaleX="452488" custScaleY="286558" custLinFactNeighborX="8871" custLinFactNeighborY="-26576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A9A3164D-EF6F-4C52-8C80-350BE8E772A4}" type="pres">
      <dgm:prSet presAssocID="{C8D5B040-28D6-4552-B47E-519E68BB66A8}" presName="rootConnector1" presStyleLbl="node1" presStyleIdx="0" presStyleCnt="0"/>
      <dgm:spPr/>
      <dgm:t>
        <a:bodyPr/>
        <a:lstStyle/>
        <a:p>
          <a:endParaRPr lang="en-IN"/>
        </a:p>
      </dgm:t>
    </dgm:pt>
    <dgm:pt modelId="{F57A469D-BE66-42A1-A2D9-0AD8D0991D1F}" type="pres">
      <dgm:prSet presAssocID="{C8D5B040-28D6-4552-B47E-519E68BB66A8}" presName="hierChild2" presStyleCnt="0"/>
      <dgm:spPr/>
    </dgm:pt>
    <dgm:pt modelId="{42ABE883-8D16-43A9-8336-39DBAD477140}" type="pres">
      <dgm:prSet presAssocID="{AC3C3DF9-2182-4CBA-B83B-BAE8D0F8BEC3}" presName="Name37" presStyleLbl="parChTrans1D2" presStyleIdx="0" presStyleCnt="7"/>
      <dgm:spPr/>
      <dgm:t>
        <a:bodyPr/>
        <a:lstStyle/>
        <a:p>
          <a:endParaRPr lang="en-IN"/>
        </a:p>
      </dgm:t>
    </dgm:pt>
    <dgm:pt modelId="{46CDF307-3C9A-4EAF-A4B9-2A21BCD0FE5E}" type="pres">
      <dgm:prSet presAssocID="{53DA7501-C443-45EC-BC86-B2F6345EF59A}" presName="hierRoot2" presStyleCnt="0">
        <dgm:presLayoutVars>
          <dgm:hierBranch val="init"/>
        </dgm:presLayoutVars>
      </dgm:prSet>
      <dgm:spPr/>
    </dgm:pt>
    <dgm:pt modelId="{746949E1-2B6D-4ABF-AC7E-0BA456FA3877}" type="pres">
      <dgm:prSet presAssocID="{53DA7501-C443-45EC-BC86-B2F6345EF59A}" presName="rootComposite" presStyleCnt="0"/>
      <dgm:spPr/>
    </dgm:pt>
    <dgm:pt modelId="{DA0752C8-1BB7-44B8-87CB-ECE8A3F56C78}" type="pres">
      <dgm:prSet presAssocID="{53DA7501-C443-45EC-BC86-B2F6345EF59A}" presName="rootText" presStyleLbl="node2" presStyleIdx="0" presStyleCnt="7" custScaleX="139708" custScaleY="189778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2B2CB09F-4ABC-4266-ACF0-794EBD34F821}" type="pres">
      <dgm:prSet presAssocID="{53DA7501-C443-45EC-BC86-B2F6345EF59A}" presName="rootConnector" presStyleLbl="node2" presStyleIdx="0" presStyleCnt="7"/>
      <dgm:spPr/>
      <dgm:t>
        <a:bodyPr/>
        <a:lstStyle/>
        <a:p>
          <a:endParaRPr lang="en-IN"/>
        </a:p>
      </dgm:t>
    </dgm:pt>
    <dgm:pt modelId="{6E45F026-0555-441D-919B-B7905532EA14}" type="pres">
      <dgm:prSet presAssocID="{53DA7501-C443-45EC-BC86-B2F6345EF59A}" presName="hierChild4" presStyleCnt="0"/>
      <dgm:spPr/>
    </dgm:pt>
    <dgm:pt modelId="{367C4FB6-8ABD-47CF-934F-3F272BA30390}" type="pres">
      <dgm:prSet presAssocID="{8168131C-B9C6-4E4F-BBA2-E96907E2B847}" presName="Name37" presStyleLbl="parChTrans1D3" presStyleIdx="0" presStyleCnt="22"/>
      <dgm:spPr/>
      <dgm:t>
        <a:bodyPr/>
        <a:lstStyle/>
        <a:p>
          <a:endParaRPr lang="en-IN"/>
        </a:p>
      </dgm:t>
    </dgm:pt>
    <dgm:pt modelId="{279E2A8F-F015-4767-B935-7397D0044DC4}" type="pres">
      <dgm:prSet presAssocID="{FDB0BAA0-127D-4EE1-898D-464FA8298568}" presName="hierRoot2" presStyleCnt="0">
        <dgm:presLayoutVars>
          <dgm:hierBranch val="init"/>
        </dgm:presLayoutVars>
      </dgm:prSet>
      <dgm:spPr/>
    </dgm:pt>
    <dgm:pt modelId="{F5126BD4-56F7-4F6C-BA3C-0195E83C4353}" type="pres">
      <dgm:prSet presAssocID="{FDB0BAA0-127D-4EE1-898D-464FA8298568}" presName="rootComposite" presStyleCnt="0"/>
      <dgm:spPr/>
    </dgm:pt>
    <dgm:pt modelId="{D4BE2761-1A66-4F20-B0B2-74B1F642BAC9}" type="pres">
      <dgm:prSet presAssocID="{FDB0BAA0-127D-4EE1-898D-464FA8298568}" presName="rootText" presStyleLbl="node3" presStyleIdx="0" presStyleCnt="22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C93ACFB4-88BD-45AC-BA37-0D26BEFF4D23}" type="pres">
      <dgm:prSet presAssocID="{FDB0BAA0-127D-4EE1-898D-464FA8298568}" presName="rootConnector" presStyleLbl="node3" presStyleIdx="0" presStyleCnt="22"/>
      <dgm:spPr/>
      <dgm:t>
        <a:bodyPr/>
        <a:lstStyle/>
        <a:p>
          <a:endParaRPr lang="en-IN"/>
        </a:p>
      </dgm:t>
    </dgm:pt>
    <dgm:pt modelId="{E6B00D04-1C9A-4BF2-97D8-C42FD3195FAB}" type="pres">
      <dgm:prSet presAssocID="{FDB0BAA0-127D-4EE1-898D-464FA8298568}" presName="hierChild4" presStyleCnt="0"/>
      <dgm:spPr/>
    </dgm:pt>
    <dgm:pt modelId="{2FE6C35E-1EBC-4E30-AFE9-CD0849EEFC48}" type="pres">
      <dgm:prSet presAssocID="{3581CB07-5E39-4E5F-B274-D965209C9708}" presName="Name37" presStyleLbl="parChTrans1D4" presStyleIdx="0" presStyleCnt="26"/>
      <dgm:spPr/>
      <dgm:t>
        <a:bodyPr/>
        <a:lstStyle/>
        <a:p>
          <a:endParaRPr lang="en-IN"/>
        </a:p>
      </dgm:t>
    </dgm:pt>
    <dgm:pt modelId="{B58E02EB-5A3B-425E-A41D-4359F068382C}" type="pres">
      <dgm:prSet presAssocID="{6075E4A9-CA6D-4E99-91C2-4B604D813323}" presName="hierRoot2" presStyleCnt="0">
        <dgm:presLayoutVars>
          <dgm:hierBranch val="init"/>
        </dgm:presLayoutVars>
      </dgm:prSet>
      <dgm:spPr/>
    </dgm:pt>
    <dgm:pt modelId="{8F1A008B-EB4D-4628-B542-531ED996F5A5}" type="pres">
      <dgm:prSet presAssocID="{6075E4A9-CA6D-4E99-91C2-4B604D813323}" presName="rootComposite" presStyleCnt="0"/>
      <dgm:spPr/>
    </dgm:pt>
    <dgm:pt modelId="{64DF06C2-3E3A-45CE-9F9C-30FF491B483B}" type="pres">
      <dgm:prSet presAssocID="{6075E4A9-CA6D-4E99-91C2-4B604D813323}" presName="rootText" presStyleLbl="node4" presStyleIdx="0" presStyleCnt="26" custLinFactNeighborX="-3521" custLinFactNeighborY="28165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839D54D7-9968-4E63-ADE6-51DA84706B6E}" type="pres">
      <dgm:prSet presAssocID="{6075E4A9-CA6D-4E99-91C2-4B604D813323}" presName="rootConnector" presStyleLbl="node4" presStyleIdx="0" presStyleCnt="26"/>
      <dgm:spPr/>
      <dgm:t>
        <a:bodyPr/>
        <a:lstStyle/>
        <a:p>
          <a:endParaRPr lang="en-IN"/>
        </a:p>
      </dgm:t>
    </dgm:pt>
    <dgm:pt modelId="{2868AA23-C133-4267-980A-053F12E61887}" type="pres">
      <dgm:prSet presAssocID="{6075E4A9-CA6D-4E99-91C2-4B604D813323}" presName="hierChild4" presStyleCnt="0"/>
      <dgm:spPr/>
    </dgm:pt>
    <dgm:pt modelId="{1B7F8949-95EE-4FC6-B198-4D4F1EC2A483}" type="pres">
      <dgm:prSet presAssocID="{6075E4A9-CA6D-4E99-91C2-4B604D813323}" presName="hierChild5" presStyleCnt="0"/>
      <dgm:spPr/>
    </dgm:pt>
    <dgm:pt modelId="{920F5BA2-B784-4828-971E-C81343CB424B}" type="pres">
      <dgm:prSet presAssocID="{39F91BAA-E1E9-4329-BE14-FB0ED59D7957}" presName="Name37" presStyleLbl="parChTrans1D4" presStyleIdx="1" presStyleCnt="26"/>
      <dgm:spPr/>
      <dgm:t>
        <a:bodyPr/>
        <a:lstStyle/>
        <a:p>
          <a:endParaRPr lang="en-IN"/>
        </a:p>
      </dgm:t>
    </dgm:pt>
    <dgm:pt modelId="{B90F0786-F509-46DE-9103-BDAF5B332EC4}" type="pres">
      <dgm:prSet presAssocID="{C3FA6DD2-A2A5-41D9-B11E-C15A52CA3193}" presName="hierRoot2" presStyleCnt="0">
        <dgm:presLayoutVars>
          <dgm:hierBranch val="init"/>
        </dgm:presLayoutVars>
      </dgm:prSet>
      <dgm:spPr/>
    </dgm:pt>
    <dgm:pt modelId="{8DBC67DD-1487-40AF-875A-497B24FE12D3}" type="pres">
      <dgm:prSet presAssocID="{C3FA6DD2-A2A5-41D9-B11E-C15A52CA3193}" presName="rootComposite" presStyleCnt="0"/>
      <dgm:spPr/>
    </dgm:pt>
    <dgm:pt modelId="{C68776FB-A807-450A-8E2E-0BE13425F259}" type="pres">
      <dgm:prSet presAssocID="{C3FA6DD2-A2A5-41D9-B11E-C15A52CA3193}" presName="rootText" presStyleLbl="node4" presStyleIdx="1" presStyleCnt="26" custLinFactNeighborX="-3521" custLinFactNeighborY="28165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C40E3EFE-276A-4433-B241-110CE7367169}" type="pres">
      <dgm:prSet presAssocID="{C3FA6DD2-A2A5-41D9-B11E-C15A52CA3193}" presName="rootConnector" presStyleLbl="node4" presStyleIdx="1" presStyleCnt="26"/>
      <dgm:spPr/>
      <dgm:t>
        <a:bodyPr/>
        <a:lstStyle/>
        <a:p>
          <a:endParaRPr lang="en-IN"/>
        </a:p>
      </dgm:t>
    </dgm:pt>
    <dgm:pt modelId="{EB8E6037-DF6B-4F5F-BB5A-1570AF6B33B5}" type="pres">
      <dgm:prSet presAssocID="{C3FA6DD2-A2A5-41D9-B11E-C15A52CA3193}" presName="hierChild4" presStyleCnt="0"/>
      <dgm:spPr/>
    </dgm:pt>
    <dgm:pt modelId="{AF2B310F-8622-4806-A09D-3DD2BF4A14F0}" type="pres">
      <dgm:prSet presAssocID="{C3FA6DD2-A2A5-41D9-B11E-C15A52CA3193}" presName="hierChild5" presStyleCnt="0"/>
      <dgm:spPr/>
    </dgm:pt>
    <dgm:pt modelId="{AD6ABFBE-7F75-4F53-B839-5429EB4279F5}" type="pres">
      <dgm:prSet presAssocID="{EF23F9DB-C9E9-403C-9A10-9071E8E01A24}" presName="Name37" presStyleLbl="parChTrans1D4" presStyleIdx="2" presStyleCnt="26"/>
      <dgm:spPr/>
      <dgm:t>
        <a:bodyPr/>
        <a:lstStyle/>
        <a:p>
          <a:endParaRPr lang="en-IN"/>
        </a:p>
      </dgm:t>
    </dgm:pt>
    <dgm:pt modelId="{DDB76063-7AD4-4BA8-94F7-80CAB2C5290C}" type="pres">
      <dgm:prSet presAssocID="{1E7825B4-283B-40C7-B71D-9ACA5BA60D18}" presName="hierRoot2" presStyleCnt="0">
        <dgm:presLayoutVars>
          <dgm:hierBranch val="init"/>
        </dgm:presLayoutVars>
      </dgm:prSet>
      <dgm:spPr/>
    </dgm:pt>
    <dgm:pt modelId="{F8C81DCF-1B74-4F5A-9CBA-162BEF02088B}" type="pres">
      <dgm:prSet presAssocID="{1E7825B4-283B-40C7-B71D-9ACA5BA60D18}" presName="rootComposite" presStyleCnt="0"/>
      <dgm:spPr/>
    </dgm:pt>
    <dgm:pt modelId="{CCC9555B-412C-481E-83EF-1EFA958D5314}" type="pres">
      <dgm:prSet presAssocID="{1E7825B4-283B-40C7-B71D-9ACA5BA60D18}" presName="rootText" presStyleLbl="node4" presStyleIdx="2" presStyleCnt="26" custLinFactNeighborX="-3521" custLinFactNeighborY="28165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87749A6E-0DAC-41F1-9BDA-2DA399BDC9A4}" type="pres">
      <dgm:prSet presAssocID="{1E7825B4-283B-40C7-B71D-9ACA5BA60D18}" presName="rootConnector" presStyleLbl="node4" presStyleIdx="2" presStyleCnt="26"/>
      <dgm:spPr/>
      <dgm:t>
        <a:bodyPr/>
        <a:lstStyle/>
        <a:p>
          <a:endParaRPr lang="en-IN"/>
        </a:p>
      </dgm:t>
    </dgm:pt>
    <dgm:pt modelId="{7DC8DD3B-712D-4ABB-8F93-675166C2D0D3}" type="pres">
      <dgm:prSet presAssocID="{1E7825B4-283B-40C7-B71D-9ACA5BA60D18}" presName="hierChild4" presStyleCnt="0"/>
      <dgm:spPr/>
    </dgm:pt>
    <dgm:pt modelId="{469551AC-17F9-482C-B69F-967F729E7615}" type="pres">
      <dgm:prSet presAssocID="{1E7825B4-283B-40C7-B71D-9ACA5BA60D18}" presName="hierChild5" presStyleCnt="0"/>
      <dgm:spPr/>
    </dgm:pt>
    <dgm:pt modelId="{6D182010-5A96-4BE2-BD93-3DCA9A763ADF}" type="pres">
      <dgm:prSet presAssocID="{FDB0BAA0-127D-4EE1-898D-464FA8298568}" presName="hierChild5" presStyleCnt="0"/>
      <dgm:spPr/>
    </dgm:pt>
    <dgm:pt modelId="{8E6D15CE-BC44-4B11-9F14-AD06FE05FF78}" type="pres">
      <dgm:prSet presAssocID="{47C04187-1413-4736-A9D1-66F7E73E8C0C}" presName="Name37" presStyleLbl="parChTrans1D3" presStyleIdx="1" presStyleCnt="22"/>
      <dgm:spPr/>
      <dgm:t>
        <a:bodyPr/>
        <a:lstStyle/>
        <a:p>
          <a:endParaRPr lang="en-IN"/>
        </a:p>
      </dgm:t>
    </dgm:pt>
    <dgm:pt modelId="{4D78B162-B5C1-476E-8683-0C39AB3BF62B}" type="pres">
      <dgm:prSet presAssocID="{ECEA844C-F72D-4815-A081-111D57ED1E89}" presName="hierRoot2" presStyleCnt="0">
        <dgm:presLayoutVars>
          <dgm:hierBranch val="init"/>
        </dgm:presLayoutVars>
      </dgm:prSet>
      <dgm:spPr/>
    </dgm:pt>
    <dgm:pt modelId="{246E06C6-FEDB-4451-AAD9-BF5A4272DC2E}" type="pres">
      <dgm:prSet presAssocID="{ECEA844C-F72D-4815-A081-111D57ED1E89}" presName="rootComposite" presStyleCnt="0"/>
      <dgm:spPr/>
    </dgm:pt>
    <dgm:pt modelId="{4BCE739B-4BFA-4A3C-8E8D-CB1A00189295}" type="pres">
      <dgm:prSet presAssocID="{ECEA844C-F72D-4815-A081-111D57ED1E89}" presName="rootText" presStyleLbl="node3" presStyleIdx="1" presStyleCnt="22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397ACE11-C9E7-4AFD-94B7-23B1BF819B26}" type="pres">
      <dgm:prSet presAssocID="{ECEA844C-F72D-4815-A081-111D57ED1E89}" presName="rootConnector" presStyleLbl="node3" presStyleIdx="1" presStyleCnt="22"/>
      <dgm:spPr/>
      <dgm:t>
        <a:bodyPr/>
        <a:lstStyle/>
        <a:p>
          <a:endParaRPr lang="en-IN"/>
        </a:p>
      </dgm:t>
    </dgm:pt>
    <dgm:pt modelId="{DA1C39D4-3BF0-4168-8A21-C6C612E41D7D}" type="pres">
      <dgm:prSet presAssocID="{ECEA844C-F72D-4815-A081-111D57ED1E89}" presName="hierChild4" presStyleCnt="0"/>
      <dgm:spPr/>
    </dgm:pt>
    <dgm:pt modelId="{9DAFE758-16F2-4C20-B27F-5E87C315C460}" type="pres">
      <dgm:prSet presAssocID="{3C725FD3-A3B6-4BD4-9018-FF23BE837D46}" presName="Name37" presStyleLbl="parChTrans1D4" presStyleIdx="3" presStyleCnt="26"/>
      <dgm:spPr/>
      <dgm:t>
        <a:bodyPr/>
        <a:lstStyle/>
        <a:p>
          <a:endParaRPr lang="en-IN"/>
        </a:p>
      </dgm:t>
    </dgm:pt>
    <dgm:pt modelId="{ECE6920A-70F4-4A44-8BAA-9B3C3B77888E}" type="pres">
      <dgm:prSet presAssocID="{1F8BC90E-37C6-4E99-A88C-747BD4A5F9F2}" presName="hierRoot2" presStyleCnt="0">
        <dgm:presLayoutVars>
          <dgm:hierBranch val="init"/>
        </dgm:presLayoutVars>
      </dgm:prSet>
      <dgm:spPr/>
    </dgm:pt>
    <dgm:pt modelId="{A514F561-8688-4966-952D-3B6F8C37A6AD}" type="pres">
      <dgm:prSet presAssocID="{1F8BC90E-37C6-4E99-A88C-747BD4A5F9F2}" presName="rootComposite" presStyleCnt="0"/>
      <dgm:spPr/>
    </dgm:pt>
    <dgm:pt modelId="{0BE46EC6-C444-48D9-A3B2-13A0B78358EC}" type="pres">
      <dgm:prSet presAssocID="{1F8BC90E-37C6-4E99-A88C-747BD4A5F9F2}" presName="rootText" presStyleLbl="node4" presStyleIdx="3" presStyleCnt="26" custLinFactNeighborX="-3521" custLinFactNeighborY="28165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56B0F4AD-5411-4C53-B01C-6AD4ADB484DD}" type="pres">
      <dgm:prSet presAssocID="{1F8BC90E-37C6-4E99-A88C-747BD4A5F9F2}" presName="rootConnector" presStyleLbl="node4" presStyleIdx="3" presStyleCnt="26"/>
      <dgm:spPr/>
      <dgm:t>
        <a:bodyPr/>
        <a:lstStyle/>
        <a:p>
          <a:endParaRPr lang="en-IN"/>
        </a:p>
      </dgm:t>
    </dgm:pt>
    <dgm:pt modelId="{0E1E4BE4-1FCB-4B83-8EB5-8D27B6850BDD}" type="pres">
      <dgm:prSet presAssocID="{1F8BC90E-37C6-4E99-A88C-747BD4A5F9F2}" presName="hierChild4" presStyleCnt="0"/>
      <dgm:spPr/>
    </dgm:pt>
    <dgm:pt modelId="{AC934B09-F52D-4E82-B693-309D9B9235F4}" type="pres">
      <dgm:prSet presAssocID="{1F8BC90E-37C6-4E99-A88C-747BD4A5F9F2}" presName="hierChild5" presStyleCnt="0"/>
      <dgm:spPr/>
    </dgm:pt>
    <dgm:pt modelId="{B89484FF-6B2F-436F-A053-63036591C8F4}" type="pres">
      <dgm:prSet presAssocID="{F69C6F2D-2A49-4FAE-8EB0-FEF6B3C24AB6}" presName="Name37" presStyleLbl="parChTrans1D4" presStyleIdx="4" presStyleCnt="26"/>
      <dgm:spPr/>
      <dgm:t>
        <a:bodyPr/>
        <a:lstStyle/>
        <a:p>
          <a:endParaRPr lang="en-IN"/>
        </a:p>
      </dgm:t>
    </dgm:pt>
    <dgm:pt modelId="{1AF90BEC-01DD-425E-B5CA-53AFB9C25C4D}" type="pres">
      <dgm:prSet presAssocID="{D1946CCB-7402-40F2-B8BC-6DBE5EA17914}" presName="hierRoot2" presStyleCnt="0">
        <dgm:presLayoutVars>
          <dgm:hierBranch val="init"/>
        </dgm:presLayoutVars>
      </dgm:prSet>
      <dgm:spPr/>
    </dgm:pt>
    <dgm:pt modelId="{944CE529-2B30-4EF8-932D-76A032BDB316}" type="pres">
      <dgm:prSet presAssocID="{D1946CCB-7402-40F2-B8BC-6DBE5EA17914}" presName="rootComposite" presStyleCnt="0"/>
      <dgm:spPr/>
    </dgm:pt>
    <dgm:pt modelId="{0EBF951B-E01E-4155-8BC6-7E5E7AF9302B}" type="pres">
      <dgm:prSet presAssocID="{D1946CCB-7402-40F2-B8BC-6DBE5EA17914}" presName="rootText" presStyleLbl="node4" presStyleIdx="4" presStyleCnt="26" custLinFactNeighborX="-3521" custLinFactNeighborY="28165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4032A64F-DB87-4951-B04C-20080857F4F4}" type="pres">
      <dgm:prSet presAssocID="{D1946CCB-7402-40F2-B8BC-6DBE5EA17914}" presName="rootConnector" presStyleLbl="node4" presStyleIdx="4" presStyleCnt="26"/>
      <dgm:spPr/>
      <dgm:t>
        <a:bodyPr/>
        <a:lstStyle/>
        <a:p>
          <a:endParaRPr lang="en-IN"/>
        </a:p>
      </dgm:t>
    </dgm:pt>
    <dgm:pt modelId="{CE4D5928-BA06-41DF-ACC9-F1BB524F3166}" type="pres">
      <dgm:prSet presAssocID="{D1946CCB-7402-40F2-B8BC-6DBE5EA17914}" presName="hierChild4" presStyleCnt="0"/>
      <dgm:spPr/>
    </dgm:pt>
    <dgm:pt modelId="{A41E57B1-A9EB-4EF2-8AC6-AF92E0123791}" type="pres">
      <dgm:prSet presAssocID="{D1946CCB-7402-40F2-B8BC-6DBE5EA17914}" presName="hierChild5" presStyleCnt="0"/>
      <dgm:spPr/>
    </dgm:pt>
    <dgm:pt modelId="{D012B920-88CA-4338-9C35-5BC97D91B847}" type="pres">
      <dgm:prSet presAssocID="{543F616E-8BC1-4A26-96B3-6EFC5BC9F3B2}" presName="Name37" presStyleLbl="parChTrans1D4" presStyleIdx="5" presStyleCnt="26"/>
      <dgm:spPr/>
      <dgm:t>
        <a:bodyPr/>
        <a:lstStyle/>
        <a:p>
          <a:endParaRPr lang="en-IN"/>
        </a:p>
      </dgm:t>
    </dgm:pt>
    <dgm:pt modelId="{3608C88F-2FB6-45E8-B755-73CC5042BC0D}" type="pres">
      <dgm:prSet presAssocID="{7743D867-EBA0-4146-900C-E4958A9F1924}" presName="hierRoot2" presStyleCnt="0">
        <dgm:presLayoutVars>
          <dgm:hierBranch val="init"/>
        </dgm:presLayoutVars>
      </dgm:prSet>
      <dgm:spPr/>
    </dgm:pt>
    <dgm:pt modelId="{2841E61A-767F-4E57-AEC5-C6694D2C7151}" type="pres">
      <dgm:prSet presAssocID="{7743D867-EBA0-4146-900C-E4958A9F1924}" presName="rootComposite" presStyleCnt="0"/>
      <dgm:spPr/>
    </dgm:pt>
    <dgm:pt modelId="{F79D45CE-D184-4C7C-A1E5-1AF68BBD905E}" type="pres">
      <dgm:prSet presAssocID="{7743D867-EBA0-4146-900C-E4958A9F1924}" presName="rootText" presStyleLbl="node4" presStyleIdx="5" presStyleCnt="26" custLinFactNeighborX="-3521" custLinFactNeighborY="28165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99CBE315-CD46-4A8A-AEB3-DC2F63F39960}" type="pres">
      <dgm:prSet presAssocID="{7743D867-EBA0-4146-900C-E4958A9F1924}" presName="rootConnector" presStyleLbl="node4" presStyleIdx="5" presStyleCnt="26"/>
      <dgm:spPr/>
      <dgm:t>
        <a:bodyPr/>
        <a:lstStyle/>
        <a:p>
          <a:endParaRPr lang="en-IN"/>
        </a:p>
      </dgm:t>
    </dgm:pt>
    <dgm:pt modelId="{F012ABBD-37CF-4BDD-BB9F-E2B3E9B9663D}" type="pres">
      <dgm:prSet presAssocID="{7743D867-EBA0-4146-900C-E4958A9F1924}" presName="hierChild4" presStyleCnt="0"/>
      <dgm:spPr/>
    </dgm:pt>
    <dgm:pt modelId="{BB750AAE-F4C6-4903-916E-0644D117CD62}" type="pres">
      <dgm:prSet presAssocID="{7743D867-EBA0-4146-900C-E4958A9F1924}" presName="hierChild5" presStyleCnt="0"/>
      <dgm:spPr/>
    </dgm:pt>
    <dgm:pt modelId="{8FE561E3-EF41-4DF8-99A6-440EDBDADC2F}" type="pres">
      <dgm:prSet presAssocID="{ECEA844C-F72D-4815-A081-111D57ED1E89}" presName="hierChild5" presStyleCnt="0"/>
      <dgm:spPr/>
    </dgm:pt>
    <dgm:pt modelId="{361433C5-E199-4C19-A036-1ACBC3F16EE0}" type="pres">
      <dgm:prSet presAssocID="{F9238F99-139D-43FF-B12E-58CC21035AD3}" presName="Name37" presStyleLbl="parChTrans1D3" presStyleIdx="2" presStyleCnt="22"/>
      <dgm:spPr/>
      <dgm:t>
        <a:bodyPr/>
        <a:lstStyle/>
        <a:p>
          <a:endParaRPr lang="en-IN"/>
        </a:p>
      </dgm:t>
    </dgm:pt>
    <dgm:pt modelId="{2CF686FE-07FB-4A44-A8A6-32DCBA1333BD}" type="pres">
      <dgm:prSet presAssocID="{5ED9A40A-1B3E-42F8-B523-6844078A642A}" presName="hierRoot2" presStyleCnt="0">
        <dgm:presLayoutVars>
          <dgm:hierBranch val="init"/>
        </dgm:presLayoutVars>
      </dgm:prSet>
      <dgm:spPr/>
    </dgm:pt>
    <dgm:pt modelId="{5D3983C8-09E9-44EC-873D-5A8AA0DC00DA}" type="pres">
      <dgm:prSet presAssocID="{5ED9A40A-1B3E-42F8-B523-6844078A642A}" presName="rootComposite" presStyleCnt="0"/>
      <dgm:spPr/>
    </dgm:pt>
    <dgm:pt modelId="{BEFD0EAC-0856-496C-BBCE-06226B660D17}" type="pres">
      <dgm:prSet presAssocID="{5ED9A40A-1B3E-42F8-B523-6844078A642A}" presName="rootText" presStyleLbl="node3" presStyleIdx="2" presStyleCnt="22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DA55E16D-AC35-4B6D-BDDB-1F17163D7C93}" type="pres">
      <dgm:prSet presAssocID="{5ED9A40A-1B3E-42F8-B523-6844078A642A}" presName="rootConnector" presStyleLbl="node3" presStyleIdx="2" presStyleCnt="22"/>
      <dgm:spPr/>
      <dgm:t>
        <a:bodyPr/>
        <a:lstStyle/>
        <a:p>
          <a:endParaRPr lang="en-IN"/>
        </a:p>
      </dgm:t>
    </dgm:pt>
    <dgm:pt modelId="{3B4693C8-BC04-43FF-9243-6F724E2BCB2F}" type="pres">
      <dgm:prSet presAssocID="{5ED9A40A-1B3E-42F8-B523-6844078A642A}" presName="hierChild4" presStyleCnt="0"/>
      <dgm:spPr/>
    </dgm:pt>
    <dgm:pt modelId="{2A8A9D4C-81BB-4C61-8B82-35051390A4A0}" type="pres">
      <dgm:prSet presAssocID="{147CF709-6543-40C8-8BBB-177CD3E21CBA}" presName="Name37" presStyleLbl="parChTrans1D4" presStyleIdx="6" presStyleCnt="26"/>
      <dgm:spPr/>
      <dgm:t>
        <a:bodyPr/>
        <a:lstStyle/>
        <a:p>
          <a:endParaRPr lang="en-IN"/>
        </a:p>
      </dgm:t>
    </dgm:pt>
    <dgm:pt modelId="{9A12B0C8-0834-4B3B-B45D-31D9C3425EEA}" type="pres">
      <dgm:prSet presAssocID="{E163FAF3-09AE-496D-BFFD-006E0222D578}" presName="hierRoot2" presStyleCnt="0">
        <dgm:presLayoutVars>
          <dgm:hierBranch val="init"/>
        </dgm:presLayoutVars>
      </dgm:prSet>
      <dgm:spPr/>
    </dgm:pt>
    <dgm:pt modelId="{C4425888-343C-458A-ACD0-D26580DA1DEA}" type="pres">
      <dgm:prSet presAssocID="{E163FAF3-09AE-496D-BFFD-006E0222D578}" presName="rootComposite" presStyleCnt="0"/>
      <dgm:spPr/>
    </dgm:pt>
    <dgm:pt modelId="{A989F114-5A01-4FC3-B09F-2E50D66BD79D}" type="pres">
      <dgm:prSet presAssocID="{E163FAF3-09AE-496D-BFFD-006E0222D578}" presName="rootText" presStyleLbl="node4" presStyleIdx="6" presStyleCnt="26" custLinFactNeighborX="-3521" custLinFactNeighborY="28165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2314E471-EABF-4A1C-AF00-802AAC63F968}" type="pres">
      <dgm:prSet presAssocID="{E163FAF3-09AE-496D-BFFD-006E0222D578}" presName="rootConnector" presStyleLbl="node4" presStyleIdx="6" presStyleCnt="26"/>
      <dgm:spPr/>
      <dgm:t>
        <a:bodyPr/>
        <a:lstStyle/>
        <a:p>
          <a:endParaRPr lang="en-IN"/>
        </a:p>
      </dgm:t>
    </dgm:pt>
    <dgm:pt modelId="{BF128367-CB13-4B23-8126-9F2DD179F422}" type="pres">
      <dgm:prSet presAssocID="{E163FAF3-09AE-496D-BFFD-006E0222D578}" presName="hierChild4" presStyleCnt="0"/>
      <dgm:spPr/>
    </dgm:pt>
    <dgm:pt modelId="{AF235CC5-5A21-49D0-A28F-6E77CA2AD479}" type="pres">
      <dgm:prSet presAssocID="{E163FAF3-09AE-496D-BFFD-006E0222D578}" presName="hierChild5" presStyleCnt="0"/>
      <dgm:spPr/>
    </dgm:pt>
    <dgm:pt modelId="{F66C070F-7C6A-419C-9123-EB2E9B746E9A}" type="pres">
      <dgm:prSet presAssocID="{79D5C86E-5679-48C4-A588-3E2252121156}" presName="Name37" presStyleLbl="parChTrans1D4" presStyleIdx="7" presStyleCnt="26"/>
      <dgm:spPr/>
      <dgm:t>
        <a:bodyPr/>
        <a:lstStyle/>
        <a:p>
          <a:endParaRPr lang="en-IN"/>
        </a:p>
      </dgm:t>
    </dgm:pt>
    <dgm:pt modelId="{93F64F98-2894-478F-A6AC-7C4822502790}" type="pres">
      <dgm:prSet presAssocID="{F9C1D3A0-671D-4F63-830B-D45DEABF9D7C}" presName="hierRoot2" presStyleCnt="0">
        <dgm:presLayoutVars>
          <dgm:hierBranch val="init"/>
        </dgm:presLayoutVars>
      </dgm:prSet>
      <dgm:spPr/>
    </dgm:pt>
    <dgm:pt modelId="{CA9AD607-B53B-4D9E-8183-946404633773}" type="pres">
      <dgm:prSet presAssocID="{F9C1D3A0-671D-4F63-830B-D45DEABF9D7C}" presName="rootComposite" presStyleCnt="0"/>
      <dgm:spPr/>
    </dgm:pt>
    <dgm:pt modelId="{20CE092B-C06A-4466-8061-A032040926B6}" type="pres">
      <dgm:prSet presAssocID="{F9C1D3A0-671D-4F63-830B-D45DEABF9D7C}" presName="rootText" presStyleLbl="node4" presStyleIdx="7" presStyleCnt="26" custLinFactNeighborX="-3521" custLinFactNeighborY="28165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4E21DD4D-092D-4DA5-8535-53003C0D59EC}" type="pres">
      <dgm:prSet presAssocID="{F9C1D3A0-671D-4F63-830B-D45DEABF9D7C}" presName="rootConnector" presStyleLbl="node4" presStyleIdx="7" presStyleCnt="26"/>
      <dgm:spPr/>
      <dgm:t>
        <a:bodyPr/>
        <a:lstStyle/>
        <a:p>
          <a:endParaRPr lang="en-IN"/>
        </a:p>
      </dgm:t>
    </dgm:pt>
    <dgm:pt modelId="{56F5A779-950D-45EC-BAC8-5CDF211AA9C4}" type="pres">
      <dgm:prSet presAssocID="{F9C1D3A0-671D-4F63-830B-D45DEABF9D7C}" presName="hierChild4" presStyleCnt="0"/>
      <dgm:spPr/>
    </dgm:pt>
    <dgm:pt modelId="{D3B38B04-E6F8-4A2B-8C7D-6E53EA957A10}" type="pres">
      <dgm:prSet presAssocID="{F9C1D3A0-671D-4F63-830B-D45DEABF9D7C}" presName="hierChild5" presStyleCnt="0"/>
      <dgm:spPr/>
    </dgm:pt>
    <dgm:pt modelId="{8FA462F6-025B-4F52-BA86-103AACE46293}" type="pres">
      <dgm:prSet presAssocID="{E504599C-F7AE-43F3-83ED-177F3E939393}" presName="Name37" presStyleLbl="parChTrans1D4" presStyleIdx="8" presStyleCnt="26"/>
      <dgm:spPr/>
      <dgm:t>
        <a:bodyPr/>
        <a:lstStyle/>
        <a:p>
          <a:endParaRPr lang="en-IN"/>
        </a:p>
      </dgm:t>
    </dgm:pt>
    <dgm:pt modelId="{C2E9234C-1F1F-4245-A37B-99ACAEDBE616}" type="pres">
      <dgm:prSet presAssocID="{79318AF7-7497-4F0E-BF95-C2EE46D37F76}" presName="hierRoot2" presStyleCnt="0">
        <dgm:presLayoutVars>
          <dgm:hierBranch val="init"/>
        </dgm:presLayoutVars>
      </dgm:prSet>
      <dgm:spPr/>
    </dgm:pt>
    <dgm:pt modelId="{1DB8F673-050B-4027-8C79-B8BE48703D94}" type="pres">
      <dgm:prSet presAssocID="{79318AF7-7497-4F0E-BF95-C2EE46D37F76}" presName="rootComposite" presStyleCnt="0"/>
      <dgm:spPr/>
    </dgm:pt>
    <dgm:pt modelId="{35642D62-FE50-454F-BEEB-7C89335CAC5D}" type="pres">
      <dgm:prSet presAssocID="{79318AF7-7497-4F0E-BF95-C2EE46D37F76}" presName="rootText" presStyleLbl="node4" presStyleIdx="8" presStyleCnt="26" custLinFactNeighborX="-1371" custLinFactNeighborY="37595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13DDC916-A87F-443D-85F8-04D603850D86}" type="pres">
      <dgm:prSet presAssocID="{79318AF7-7497-4F0E-BF95-C2EE46D37F76}" presName="rootConnector" presStyleLbl="node4" presStyleIdx="8" presStyleCnt="26"/>
      <dgm:spPr/>
      <dgm:t>
        <a:bodyPr/>
        <a:lstStyle/>
        <a:p>
          <a:endParaRPr lang="en-IN"/>
        </a:p>
      </dgm:t>
    </dgm:pt>
    <dgm:pt modelId="{25FF9818-7DBF-4612-8191-A3D45E867260}" type="pres">
      <dgm:prSet presAssocID="{79318AF7-7497-4F0E-BF95-C2EE46D37F76}" presName="hierChild4" presStyleCnt="0"/>
      <dgm:spPr/>
    </dgm:pt>
    <dgm:pt modelId="{2C6FBF1E-6265-4AC9-ABCD-E75C41DE2437}" type="pres">
      <dgm:prSet presAssocID="{79318AF7-7497-4F0E-BF95-C2EE46D37F76}" presName="hierChild5" presStyleCnt="0"/>
      <dgm:spPr/>
    </dgm:pt>
    <dgm:pt modelId="{912ACF04-3239-4FA9-B5A9-DCF1D2C6B0E1}" type="pres">
      <dgm:prSet presAssocID="{5ED9A40A-1B3E-42F8-B523-6844078A642A}" presName="hierChild5" presStyleCnt="0"/>
      <dgm:spPr/>
    </dgm:pt>
    <dgm:pt modelId="{153807DD-2432-4320-940C-6C77521EA6B1}" type="pres">
      <dgm:prSet presAssocID="{53DA7501-C443-45EC-BC86-B2F6345EF59A}" presName="hierChild5" presStyleCnt="0"/>
      <dgm:spPr/>
    </dgm:pt>
    <dgm:pt modelId="{9DAC797B-521F-4794-911D-F78171ED013B}" type="pres">
      <dgm:prSet presAssocID="{FA8FFD31-541F-46DA-895E-70C597652BE2}" presName="Name37" presStyleLbl="parChTrans1D2" presStyleIdx="1" presStyleCnt="7"/>
      <dgm:spPr/>
      <dgm:t>
        <a:bodyPr/>
        <a:lstStyle/>
        <a:p>
          <a:endParaRPr lang="en-IN"/>
        </a:p>
      </dgm:t>
    </dgm:pt>
    <dgm:pt modelId="{4D0AE34B-EFE2-423B-93EF-385F2449D615}" type="pres">
      <dgm:prSet presAssocID="{4B9FF514-1B2F-46FE-BB16-93EFE3E0C07E}" presName="hierRoot2" presStyleCnt="0">
        <dgm:presLayoutVars>
          <dgm:hierBranch val="init"/>
        </dgm:presLayoutVars>
      </dgm:prSet>
      <dgm:spPr/>
    </dgm:pt>
    <dgm:pt modelId="{90E3C099-F744-42AB-825D-A5ECD458F008}" type="pres">
      <dgm:prSet presAssocID="{4B9FF514-1B2F-46FE-BB16-93EFE3E0C07E}" presName="rootComposite" presStyleCnt="0"/>
      <dgm:spPr/>
    </dgm:pt>
    <dgm:pt modelId="{E65C4418-1509-4D7C-9C42-79231FED10C2}" type="pres">
      <dgm:prSet presAssocID="{4B9FF514-1B2F-46FE-BB16-93EFE3E0C07E}" presName="rootText" presStyleLbl="node2" presStyleIdx="1" presStyleCnt="7" custScaleX="111078" custScaleY="104202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A66C352C-DD7F-4E41-82B9-E0C8EC8B6FA3}" type="pres">
      <dgm:prSet presAssocID="{4B9FF514-1B2F-46FE-BB16-93EFE3E0C07E}" presName="rootConnector" presStyleLbl="node2" presStyleIdx="1" presStyleCnt="7"/>
      <dgm:spPr/>
      <dgm:t>
        <a:bodyPr/>
        <a:lstStyle/>
        <a:p>
          <a:endParaRPr lang="en-IN"/>
        </a:p>
      </dgm:t>
    </dgm:pt>
    <dgm:pt modelId="{01D3A4B4-9894-4E47-895E-2E1B07B42C75}" type="pres">
      <dgm:prSet presAssocID="{4B9FF514-1B2F-46FE-BB16-93EFE3E0C07E}" presName="hierChild4" presStyleCnt="0"/>
      <dgm:spPr/>
    </dgm:pt>
    <dgm:pt modelId="{035F91EF-08D4-4A13-8427-F45F075C50E0}" type="pres">
      <dgm:prSet presAssocID="{0D9E37DA-C223-492C-AD1D-AADE9EDA1011}" presName="Name37" presStyleLbl="parChTrans1D3" presStyleIdx="3" presStyleCnt="22"/>
      <dgm:spPr/>
      <dgm:t>
        <a:bodyPr/>
        <a:lstStyle/>
        <a:p>
          <a:endParaRPr lang="en-IN"/>
        </a:p>
      </dgm:t>
    </dgm:pt>
    <dgm:pt modelId="{8778D156-B657-4D3D-B129-1CA34A69C17A}" type="pres">
      <dgm:prSet presAssocID="{7930A005-483F-4375-A741-96E3215CE5ED}" presName="hierRoot2" presStyleCnt="0">
        <dgm:presLayoutVars>
          <dgm:hierBranch val="init"/>
        </dgm:presLayoutVars>
      </dgm:prSet>
      <dgm:spPr/>
    </dgm:pt>
    <dgm:pt modelId="{A8EE6880-BE4C-4682-947D-83044A46DDEF}" type="pres">
      <dgm:prSet presAssocID="{7930A005-483F-4375-A741-96E3215CE5ED}" presName="rootComposite" presStyleCnt="0"/>
      <dgm:spPr/>
    </dgm:pt>
    <dgm:pt modelId="{BC1A5EA6-5480-4F6D-B27C-2EAEBC3ED8C2}" type="pres">
      <dgm:prSet presAssocID="{7930A005-483F-4375-A741-96E3215CE5ED}" presName="rootText" presStyleLbl="node3" presStyleIdx="3" presStyleCnt="22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73421AA2-78DE-48E8-BAB3-0261D0669B4C}" type="pres">
      <dgm:prSet presAssocID="{7930A005-483F-4375-A741-96E3215CE5ED}" presName="rootConnector" presStyleLbl="node3" presStyleIdx="3" presStyleCnt="22"/>
      <dgm:spPr/>
      <dgm:t>
        <a:bodyPr/>
        <a:lstStyle/>
        <a:p>
          <a:endParaRPr lang="en-IN"/>
        </a:p>
      </dgm:t>
    </dgm:pt>
    <dgm:pt modelId="{84438300-5027-432A-8FC2-3B309DB89BD1}" type="pres">
      <dgm:prSet presAssocID="{7930A005-483F-4375-A741-96E3215CE5ED}" presName="hierChild4" presStyleCnt="0"/>
      <dgm:spPr/>
    </dgm:pt>
    <dgm:pt modelId="{EF20C487-8837-40BF-AA00-57E4F8416012}" type="pres">
      <dgm:prSet presAssocID="{276EBCA3-3A02-4D01-808A-7557508911AE}" presName="Name37" presStyleLbl="parChTrans1D4" presStyleIdx="9" presStyleCnt="26"/>
      <dgm:spPr/>
      <dgm:t>
        <a:bodyPr/>
        <a:lstStyle/>
        <a:p>
          <a:endParaRPr lang="en-IN"/>
        </a:p>
      </dgm:t>
    </dgm:pt>
    <dgm:pt modelId="{A9FD618D-47F7-4B23-8D3B-F90E920D9F70}" type="pres">
      <dgm:prSet presAssocID="{B3671E73-E68B-4668-8061-7309826BDB96}" presName="hierRoot2" presStyleCnt="0">
        <dgm:presLayoutVars>
          <dgm:hierBranch val="init"/>
        </dgm:presLayoutVars>
      </dgm:prSet>
      <dgm:spPr/>
    </dgm:pt>
    <dgm:pt modelId="{47EE7A6C-5F47-4241-9905-EDB269039FC9}" type="pres">
      <dgm:prSet presAssocID="{B3671E73-E68B-4668-8061-7309826BDB96}" presName="rootComposite" presStyleCnt="0"/>
      <dgm:spPr/>
    </dgm:pt>
    <dgm:pt modelId="{78121285-9D60-47E9-92E7-1336289B9C3B}" type="pres">
      <dgm:prSet presAssocID="{B3671E73-E68B-4668-8061-7309826BDB96}" presName="rootText" presStyleLbl="node4" presStyleIdx="9" presStyleCnt="26" custLinFactNeighborY="-3521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CD2AFFF4-06BB-4A9B-BE8F-F24F23E2760A}" type="pres">
      <dgm:prSet presAssocID="{B3671E73-E68B-4668-8061-7309826BDB96}" presName="rootConnector" presStyleLbl="node4" presStyleIdx="9" presStyleCnt="26"/>
      <dgm:spPr/>
      <dgm:t>
        <a:bodyPr/>
        <a:lstStyle/>
        <a:p>
          <a:endParaRPr lang="en-IN"/>
        </a:p>
      </dgm:t>
    </dgm:pt>
    <dgm:pt modelId="{55D51AED-D750-40EF-8F1C-836502099714}" type="pres">
      <dgm:prSet presAssocID="{B3671E73-E68B-4668-8061-7309826BDB96}" presName="hierChild4" presStyleCnt="0"/>
      <dgm:spPr/>
    </dgm:pt>
    <dgm:pt modelId="{F701B7D7-B7B9-4BAD-9ADD-C5CC8CB8DA4D}" type="pres">
      <dgm:prSet presAssocID="{B3671E73-E68B-4668-8061-7309826BDB96}" presName="hierChild5" presStyleCnt="0"/>
      <dgm:spPr/>
    </dgm:pt>
    <dgm:pt modelId="{4CEEEBF5-9225-468A-A60F-7DCA5BA9C36F}" type="pres">
      <dgm:prSet presAssocID="{A18EBD12-34C8-466F-ADB9-3BFFAA1068E9}" presName="Name37" presStyleLbl="parChTrans1D4" presStyleIdx="10" presStyleCnt="26"/>
      <dgm:spPr/>
      <dgm:t>
        <a:bodyPr/>
        <a:lstStyle/>
        <a:p>
          <a:endParaRPr lang="en-IN"/>
        </a:p>
      </dgm:t>
    </dgm:pt>
    <dgm:pt modelId="{EF1FFA17-0CBD-49B9-881F-FCE3A101F8D7}" type="pres">
      <dgm:prSet presAssocID="{BC0A0E12-ED7E-4551-A515-951491ECD489}" presName="hierRoot2" presStyleCnt="0">
        <dgm:presLayoutVars>
          <dgm:hierBranch val="init"/>
        </dgm:presLayoutVars>
      </dgm:prSet>
      <dgm:spPr/>
    </dgm:pt>
    <dgm:pt modelId="{018B8BB6-9CFA-4C7C-A80A-6891D9E3469E}" type="pres">
      <dgm:prSet presAssocID="{BC0A0E12-ED7E-4551-A515-951491ECD489}" presName="rootComposite" presStyleCnt="0"/>
      <dgm:spPr/>
    </dgm:pt>
    <dgm:pt modelId="{E6DFC386-B629-43EF-BCE1-B77C9A112754}" type="pres">
      <dgm:prSet presAssocID="{BC0A0E12-ED7E-4551-A515-951491ECD489}" presName="rootText" presStyleLbl="node4" presStyleIdx="10" presStyleCnt="26" custLinFactNeighborY="-3521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226C9AE6-5D89-4743-85F7-9DE2BD616034}" type="pres">
      <dgm:prSet presAssocID="{BC0A0E12-ED7E-4551-A515-951491ECD489}" presName="rootConnector" presStyleLbl="node4" presStyleIdx="10" presStyleCnt="26"/>
      <dgm:spPr/>
      <dgm:t>
        <a:bodyPr/>
        <a:lstStyle/>
        <a:p>
          <a:endParaRPr lang="en-IN"/>
        </a:p>
      </dgm:t>
    </dgm:pt>
    <dgm:pt modelId="{C6D581A2-AA8A-4159-BA91-E40FB14E6068}" type="pres">
      <dgm:prSet presAssocID="{BC0A0E12-ED7E-4551-A515-951491ECD489}" presName="hierChild4" presStyleCnt="0"/>
      <dgm:spPr/>
    </dgm:pt>
    <dgm:pt modelId="{6DE1FC53-4C37-48AD-B907-393B8DF95210}" type="pres">
      <dgm:prSet presAssocID="{BC0A0E12-ED7E-4551-A515-951491ECD489}" presName="hierChild5" presStyleCnt="0"/>
      <dgm:spPr/>
    </dgm:pt>
    <dgm:pt modelId="{6B3623B4-FD6F-40E9-9656-5785EA4E8317}" type="pres">
      <dgm:prSet presAssocID="{8BE453B6-1989-413E-893F-8867CE9348FB}" presName="Name37" presStyleLbl="parChTrans1D4" presStyleIdx="11" presStyleCnt="26"/>
      <dgm:spPr/>
      <dgm:t>
        <a:bodyPr/>
        <a:lstStyle/>
        <a:p>
          <a:endParaRPr lang="en-IN"/>
        </a:p>
      </dgm:t>
    </dgm:pt>
    <dgm:pt modelId="{04DAD7C1-3C45-435C-B4EB-40D2432900B1}" type="pres">
      <dgm:prSet presAssocID="{9715A99F-FCDC-4C4F-AF54-4BF0AC7A20A6}" presName="hierRoot2" presStyleCnt="0">
        <dgm:presLayoutVars>
          <dgm:hierBranch val="init"/>
        </dgm:presLayoutVars>
      </dgm:prSet>
      <dgm:spPr/>
    </dgm:pt>
    <dgm:pt modelId="{C025CCA3-5BED-494D-AE19-B90DAB216347}" type="pres">
      <dgm:prSet presAssocID="{9715A99F-FCDC-4C4F-AF54-4BF0AC7A20A6}" presName="rootComposite" presStyleCnt="0"/>
      <dgm:spPr/>
    </dgm:pt>
    <dgm:pt modelId="{94BA9FB2-FDE3-4E13-9F5F-5B7FDFE9EA9A}" type="pres">
      <dgm:prSet presAssocID="{9715A99F-FCDC-4C4F-AF54-4BF0AC7A20A6}" presName="rootText" presStyleLbl="node4" presStyleIdx="11" presStyleCnt="26" custLinFactNeighborY="-3521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E4D00DEB-DC18-4132-B33D-9405CBAAA237}" type="pres">
      <dgm:prSet presAssocID="{9715A99F-FCDC-4C4F-AF54-4BF0AC7A20A6}" presName="rootConnector" presStyleLbl="node4" presStyleIdx="11" presStyleCnt="26"/>
      <dgm:spPr/>
      <dgm:t>
        <a:bodyPr/>
        <a:lstStyle/>
        <a:p>
          <a:endParaRPr lang="en-IN"/>
        </a:p>
      </dgm:t>
    </dgm:pt>
    <dgm:pt modelId="{1E960225-FD6F-4FA8-B552-D7C39B519855}" type="pres">
      <dgm:prSet presAssocID="{9715A99F-FCDC-4C4F-AF54-4BF0AC7A20A6}" presName="hierChild4" presStyleCnt="0"/>
      <dgm:spPr/>
    </dgm:pt>
    <dgm:pt modelId="{2AB20639-2AA4-4B41-82B7-BACDA5BA6D08}" type="pres">
      <dgm:prSet presAssocID="{9715A99F-FCDC-4C4F-AF54-4BF0AC7A20A6}" presName="hierChild5" presStyleCnt="0"/>
      <dgm:spPr/>
    </dgm:pt>
    <dgm:pt modelId="{A43096E5-2CE7-4B04-BBC7-57E4474AEE20}" type="pres">
      <dgm:prSet presAssocID="{7930A005-483F-4375-A741-96E3215CE5ED}" presName="hierChild5" presStyleCnt="0"/>
      <dgm:spPr/>
    </dgm:pt>
    <dgm:pt modelId="{91D4621A-948C-49DA-ACD1-D6B8BD7C1563}" type="pres">
      <dgm:prSet presAssocID="{27C19069-FD81-4A65-AF7C-7B5B3ED5B6F3}" presName="Name37" presStyleLbl="parChTrans1D3" presStyleIdx="4" presStyleCnt="22"/>
      <dgm:spPr/>
      <dgm:t>
        <a:bodyPr/>
        <a:lstStyle/>
        <a:p>
          <a:endParaRPr lang="en-IN"/>
        </a:p>
      </dgm:t>
    </dgm:pt>
    <dgm:pt modelId="{040E3E94-9BF0-43FB-8FC5-B42C8D399F12}" type="pres">
      <dgm:prSet presAssocID="{611D2582-12C4-4844-B2C7-3BC896250257}" presName="hierRoot2" presStyleCnt="0">
        <dgm:presLayoutVars>
          <dgm:hierBranch val="init"/>
        </dgm:presLayoutVars>
      </dgm:prSet>
      <dgm:spPr/>
    </dgm:pt>
    <dgm:pt modelId="{6CAFB97B-5812-49B7-9DBB-AE2F38EAA62C}" type="pres">
      <dgm:prSet presAssocID="{611D2582-12C4-4844-B2C7-3BC896250257}" presName="rootComposite" presStyleCnt="0"/>
      <dgm:spPr/>
    </dgm:pt>
    <dgm:pt modelId="{FEC58E28-6E47-49DE-AD82-A1112268B710}" type="pres">
      <dgm:prSet presAssocID="{611D2582-12C4-4844-B2C7-3BC896250257}" presName="rootText" presStyleLbl="node3" presStyleIdx="4" presStyleCnt="22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262D64AC-CAD8-44FB-87C9-086E86D6284C}" type="pres">
      <dgm:prSet presAssocID="{611D2582-12C4-4844-B2C7-3BC896250257}" presName="rootConnector" presStyleLbl="node3" presStyleIdx="4" presStyleCnt="22"/>
      <dgm:spPr/>
      <dgm:t>
        <a:bodyPr/>
        <a:lstStyle/>
        <a:p>
          <a:endParaRPr lang="en-IN"/>
        </a:p>
      </dgm:t>
    </dgm:pt>
    <dgm:pt modelId="{EC530BC8-2562-45FB-8DF4-BE5850F598A5}" type="pres">
      <dgm:prSet presAssocID="{611D2582-12C4-4844-B2C7-3BC896250257}" presName="hierChild4" presStyleCnt="0"/>
      <dgm:spPr/>
    </dgm:pt>
    <dgm:pt modelId="{4B4C0727-9271-4480-BC92-B49462529C31}" type="pres">
      <dgm:prSet presAssocID="{A0DB071B-A482-4B6D-9E12-86E3A89F7353}" presName="Name37" presStyleLbl="parChTrans1D4" presStyleIdx="12" presStyleCnt="26"/>
      <dgm:spPr/>
      <dgm:t>
        <a:bodyPr/>
        <a:lstStyle/>
        <a:p>
          <a:endParaRPr lang="en-IN"/>
        </a:p>
      </dgm:t>
    </dgm:pt>
    <dgm:pt modelId="{A03A4515-A676-4934-9696-269A4A8D04F4}" type="pres">
      <dgm:prSet presAssocID="{87BD3224-4529-449C-9FCA-F33D096D4094}" presName="hierRoot2" presStyleCnt="0">
        <dgm:presLayoutVars>
          <dgm:hierBranch val="init"/>
        </dgm:presLayoutVars>
      </dgm:prSet>
      <dgm:spPr/>
    </dgm:pt>
    <dgm:pt modelId="{4B9E1FC7-47A1-4C8A-AA0C-26126545D390}" type="pres">
      <dgm:prSet presAssocID="{87BD3224-4529-449C-9FCA-F33D096D4094}" presName="rootComposite" presStyleCnt="0"/>
      <dgm:spPr/>
    </dgm:pt>
    <dgm:pt modelId="{2ECC6BD3-48FE-4874-BF5F-0C588F2FA0EA}" type="pres">
      <dgm:prSet presAssocID="{87BD3224-4529-449C-9FCA-F33D096D4094}" presName="rootText" presStyleLbl="node4" presStyleIdx="12" presStyleCnt="26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3018231B-C635-434B-8836-59668C32DC0D}" type="pres">
      <dgm:prSet presAssocID="{87BD3224-4529-449C-9FCA-F33D096D4094}" presName="rootConnector" presStyleLbl="node4" presStyleIdx="12" presStyleCnt="26"/>
      <dgm:spPr/>
      <dgm:t>
        <a:bodyPr/>
        <a:lstStyle/>
        <a:p>
          <a:endParaRPr lang="en-IN"/>
        </a:p>
      </dgm:t>
    </dgm:pt>
    <dgm:pt modelId="{E54A96F0-AB96-4C4E-85F7-49D964C28F98}" type="pres">
      <dgm:prSet presAssocID="{87BD3224-4529-449C-9FCA-F33D096D4094}" presName="hierChild4" presStyleCnt="0"/>
      <dgm:spPr/>
    </dgm:pt>
    <dgm:pt modelId="{587D9657-E81F-45BF-A33C-A3F0A4806E77}" type="pres">
      <dgm:prSet presAssocID="{87BD3224-4529-449C-9FCA-F33D096D4094}" presName="hierChild5" presStyleCnt="0"/>
      <dgm:spPr/>
    </dgm:pt>
    <dgm:pt modelId="{1310452D-7005-427F-A62F-7375FA88CAD8}" type="pres">
      <dgm:prSet presAssocID="{0E2DA3A2-1EB7-426F-9F1D-CD9D85A890DA}" presName="Name37" presStyleLbl="parChTrans1D4" presStyleIdx="13" presStyleCnt="26"/>
      <dgm:spPr/>
      <dgm:t>
        <a:bodyPr/>
        <a:lstStyle/>
        <a:p>
          <a:endParaRPr lang="en-IN"/>
        </a:p>
      </dgm:t>
    </dgm:pt>
    <dgm:pt modelId="{11824AB8-69D6-4483-93AA-F64FFBBEA899}" type="pres">
      <dgm:prSet presAssocID="{0E4F9B47-207F-4ECD-9ECE-12D905F4DB1F}" presName="hierRoot2" presStyleCnt="0">
        <dgm:presLayoutVars>
          <dgm:hierBranch val="init"/>
        </dgm:presLayoutVars>
      </dgm:prSet>
      <dgm:spPr/>
    </dgm:pt>
    <dgm:pt modelId="{AAFB2FF6-E765-4223-96EA-9D239FF4641B}" type="pres">
      <dgm:prSet presAssocID="{0E4F9B47-207F-4ECD-9ECE-12D905F4DB1F}" presName="rootComposite" presStyleCnt="0"/>
      <dgm:spPr/>
    </dgm:pt>
    <dgm:pt modelId="{F061911F-9B87-474A-AB93-94AF2CA2A1F7}" type="pres">
      <dgm:prSet presAssocID="{0E4F9B47-207F-4ECD-9ECE-12D905F4DB1F}" presName="rootText" presStyleLbl="node4" presStyleIdx="13" presStyleCnt="26" custLinFactNeighborY="-3521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AC9095EC-13E9-426E-9EDA-FF57ADA2C5DB}" type="pres">
      <dgm:prSet presAssocID="{0E4F9B47-207F-4ECD-9ECE-12D905F4DB1F}" presName="rootConnector" presStyleLbl="node4" presStyleIdx="13" presStyleCnt="26"/>
      <dgm:spPr/>
      <dgm:t>
        <a:bodyPr/>
        <a:lstStyle/>
        <a:p>
          <a:endParaRPr lang="en-IN"/>
        </a:p>
      </dgm:t>
    </dgm:pt>
    <dgm:pt modelId="{B7DF3814-7F42-4653-B3D9-8E13F5D3FB32}" type="pres">
      <dgm:prSet presAssocID="{0E4F9B47-207F-4ECD-9ECE-12D905F4DB1F}" presName="hierChild4" presStyleCnt="0"/>
      <dgm:spPr/>
    </dgm:pt>
    <dgm:pt modelId="{87CEDBD8-BF43-4616-B469-E6E6C2F69A0C}" type="pres">
      <dgm:prSet presAssocID="{0E4F9B47-207F-4ECD-9ECE-12D905F4DB1F}" presName="hierChild5" presStyleCnt="0"/>
      <dgm:spPr/>
    </dgm:pt>
    <dgm:pt modelId="{80D76335-82C2-4DC1-8FBC-261D59613CE0}" type="pres">
      <dgm:prSet presAssocID="{4F07CCB7-9E69-49B9-9067-280BE0074271}" presName="Name37" presStyleLbl="parChTrans1D4" presStyleIdx="14" presStyleCnt="26"/>
      <dgm:spPr/>
      <dgm:t>
        <a:bodyPr/>
        <a:lstStyle/>
        <a:p>
          <a:endParaRPr lang="en-IN"/>
        </a:p>
      </dgm:t>
    </dgm:pt>
    <dgm:pt modelId="{CA3DD4CB-C593-45EF-93CF-F2D6A900A952}" type="pres">
      <dgm:prSet presAssocID="{EE1A3029-F180-4E3D-9030-A9FAFA9F0D66}" presName="hierRoot2" presStyleCnt="0">
        <dgm:presLayoutVars>
          <dgm:hierBranch val="init"/>
        </dgm:presLayoutVars>
      </dgm:prSet>
      <dgm:spPr/>
    </dgm:pt>
    <dgm:pt modelId="{83FBCCB7-3039-4873-ACB2-13B5564A4851}" type="pres">
      <dgm:prSet presAssocID="{EE1A3029-F180-4E3D-9030-A9FAFA9F0D66}" presName="rootComposite" presStyleCnt="0"/>
      <dgm:spPr/>
    </dgm:pt>
    <dgm:pt modelId="{7AE30BCC-4A87-4DD9-A656-CFF39F896E9A}" type="pres">
      <dgm:prSet presAssocID="{EE1A3029-F180-4E3D-9030-A9FAFA9F0D66}" presName="rootText" presStyleLbl="node4" presStyleIdx="14" presStyleCnt="26" custLinFactNeighborY="-3521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99E4F85F-7BDE-49C0-B34F-D9BDCA3FD908}" type="pres">
      <dgm:prSet presAssocID="{EE1A3029-F180-4E3D-9030-A9FAFA9F0D66}" presName="rootConnector" presStyleLbl="node4" presStyleIdx="14" presStyleCnt="26"/>
      <dgm:spPr/>
      <dgm:t>
        <a:bodyPr/>
        <a:lstStyle/>
        <a:p>
          <a:endParaRPr lang="en-IN"/>
        </a:p>
      </dgm:t>
    </dgm:pt>
    <dgm:pt modelId="{A6DE06D4-ADC8-4D22-AD24-BB7904EB33AF}" type="pres">
      <dgm:prSet presAssocID="{EE1A3029-F180-4E3D-9030-A9FAFA9F0D66}" presName="hierChild4" presStyleCnt="0"/>
      <dgm:spPr/>
    </dgm:pt>
    <dgm:pt modelId="{E72878BD-FE98-4984-8DED-75BA62E3649B}" type="pres">
      <dgm:prSet presAssocID="{EE1A3029-F180-4E3D-9030-A9FAFA9F0D66}" presName="hierChild5" presStyleCnt="0"/>
      <dgm:spPr/>
    </dgm:pt>
    <dgm:pt modelId="{ED30C6A7-930D-4593-8621-64E4C9279B25}" type="pres">
      <dgm:prSet presAssocID="{0E40A782-C95D-4D55-A198-A96B7FAB19FC}" presName="Name37" presStyleLbl="parChTrans1D4" presStyleIdx="15" presStyleCnt="26"/>
      <dgm:spPr/>
      <dgm:t>
        <a:bodyPr/>
        <a:lstStyle/>
        <a:p>
          <a:endParaRPr lang="en-IN"/>
        </a:p>
      </dgm:t>
    </dgm:pt>
    <dgm:pt modelId="{C9B6D85C-609C-4CAB-BFDF-D1871AB7516C}" type="pres">
      <dgm:prSet presAssocID="{C8964F47-24C6-4D51-9E50-9C3790BBF110}" presName="hierRoot2" presStyleCnt="0">
        <dgm:presLayoutVars>
          <dgm:hierBranch val="init"/>
        </dgm:presLayoutVars>
      </dgm:prSet>
      <dgm:spPr/>
    </dgm:pt>
    <dgm:pt modelId="{450BCD2A-937A-4339-A7A8-C3F4227793DD}" type="pres">
      <dgm:prSet presAssocID="{C8964F47-24C6-4D51-9E50-9C3790BBF110}" presName="rootComposite" presStyleCnt="0"/>
      <dgm:spPr/>
    </dgm:pt>
    <dgm:pt modelId="{999A73A9-14A9-425D-8F5C-3E28C8D1C4B5}" type="pres">
      <dgm:prSet presAssocID="{C8964F47-24C6-4D51-9E50-9C3790BBF110}" presName="rootText" presStyleLbl="node4" presStyleIdx="15" presStyleCnt="26" custLinFactNeighborY="-3521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3BA3236B-AA5D-4A86-83DF-AF6E87BBAC94}" type="pres">
      <dgm:prSet presAssocID="{C8964F47-24C6-4D51-9E50-9C3790BBF110}" presName="rootConnector" presStyleLbl="node4" presStyleIdx="15" presStyleCnt="26"/>
      <dgm:spPr/>
      <dgm:t>
        <a:bodyPr/>
        <a:lstStyle/>
        <a:p>
          <a:endParaRPr lang="en-IN"/>
        </a:p>
      </dgm:t>
    </dgm:pt>
    <dgm:pt modelId="{391348D9-1AB2-44E5-A391-33C9F142D6F8}" type="pres">
      <dgm:prSet presAssocID="{C8964F47-24C6-4D51-9E50-9C3790BBF110}" presName="hierChild4" presStyleCnt="0"/>
      <dgm:spPr/>
    </dgm:pt>
    <dgm:pt modelId="{0CDC4996-EBD5-4C9A-B9CD-86FEC8286283}" type="pres">
      <dgm:prSet presAssocID="{C8964F47-24C6-4D51-9E50-9C3790BBF110}" presName="hierChild5" presStyleCnt="0"/>
      <dgm:spPr/>
    </dgm:pt>
    <dgm:pt modelId="{3CF044E6-5F54-42AB-AF85-05D040F7CE12}" type="pres">
      <dgm:prSet presAssocID="{924A3C4B-DEE4-43E8-A4F7-2754FCCF8D04}" presName="Name37" presStyleLbl="parChTrans1D4" presStyleIdx="16" presStyleCnt="26"/>
      <dgm:spPr/>
      <dgm:t>
        <a:bodyPr/>
        <a:lstStyle/>
        <a:p>
          <a:endParaRPr lang="en-IN"/>
        </a:p>
      </dgm:t>
    </dgm:pt>
    <dgm:pt modelId="{1453E886-A487-41ED-9C2B-CD686681B3B7}" type="pres">
      <dgm:prSet presAssocID="{F3BBB4B2-1A2C-46F7-8352-3AF1BE315D8C}" presName="hierRoot2" presStyleCnt="0">
        <dgm:presLayoutVars>
          <dgm:hierBranch val="init"/>
        </dgm:presLayoutVars>
      </dgm:prSet>
      <dgm:spPr/>
    </dgm:pt>
    <dgm:pt modelId="{2CA60B2B-6CD0-49A6-BEC0-C8CD8A3C1E03}" type="pres">
      <dgm:prSet presAssocID="{F3BBB4B2-1A2C-46F7-8352-3AF1BE315D8C}" presName="rootComposite" presStyleCnt="0"/>
      <dgm:spPr/>
    </dgm:pt>
    <dgm:pt modelId="{A6584787-D9A0-4103-A160-C1EBFD52C74A}" type="pres">
      <dgm:prSet presAssocID="{F3BBB4B2-1A2C-46F7-8352-3AF1BE315D8C}" presName="rootText" presStyleLbl="node4" presStyleIdx="16" presStyleCnt="26" custLinFactNeighborY="-3521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76C79E6E-19F9-42D0-92E7-8F9E59898A9B}" type="pres">
      <dgm:prSet presAssocID="{F3BBB4B2-1A2C-46F7-8352-3AF1BE315D8C}" presName="rootConnector" presStyleLbl="node4" presStyleIdx="16" presStyleCnt="26"/>
      <dgm:spPr/>
      <dgm:t>
        <a:bodyPr/>
        <a:lstStyle/>
        <a:p>
          <a:endParaRPr lang="en-IN"/>
        </a:p>
      </dgm:t>
    </dgm:pt>
    <dgm:pt modelId="{804EF542-8485-436A-AE59-5124D118E65B}" type="pres">
      <dgm:prSet presAssocID="{F3BBB4B2-1A2C-46F7-8352-3AF1BE315D8C}" presName="hierChild4" presStyleCnt="0"/>
      <dgm:spPr/>
    </dgm:pt>
    <dgm:pt modelId="{1717A1FE-FF83-446E-8D09-063769087B54}" type="pres">
      <dgm:prSet presAssocID="{F3BBB4B2-1A2C-46F7-8352-3AF1BE315D8C}" presName="hierChild5" presStyleCnt="0"/>
      <dgm:spPr/>
    </dgm:pt>
    <dgm:pt modelId="{9FB724DD-A401-4E9E-A0FB-B451D3EB649C}" type="pres">
      <dgm:prSet presAssocID="{611D2582-12C4-4844-B2C7-3BC896250257}" presName="hierChild5" presStyleCnt="0"/>
      <dgm:spPr/>
    </dgm:pt>
    <dgm:pt modelId="{B7022BB0-0BE2-4854-B972-C3878E118F94}" type="pres">
      <dgm:prSet presAssocID="{F6D3E013-24CB-4F1D-84A9-6A3291A50957}" presName="Name37" presStyleLbl="parChTrans1D3" presStyleIdx="5" presStyleCnt="22"/>
      <dgm:spPr/>
      <dgm:t>
        <a:bodyPr/>
        <a:lstStyle/>
        <a:p>
          <a:endParaRPr lang="en-IN"/>
        </a:p>
      </dgm:t>
    </dgm:pt>
    <dgm:pt modelId="{7FF7EB8B-EE7E-43B9-A49D-1348BB49768A}" type="pres">
      <dgm:prSet presAssocID="{CE256801-BAF9-4C3C-9F75-F2A0D2B67ABF}" presName="hierRoot2" presStyleCnt="0">
        <dgm:presLayoutVars>
          <dgm:hierBranch val="init"/>
        </dgm:presLayoutVars>
      </dgm:prSet>
      <dgm:spPr/>
    </dgm:pt>
    <dgm:pt modelId="{783DAC38-8AC2-4B2E-96B4-E2E518966914}" type="pres">
      <dgm:prSet presAssocID="{CE256801-BAF9-4C3C-9F75-F2A0D2B67ABF}" presName="rootComposite" presStyleCnt="0"/>
      <dgm:spPr/>
    </dgm:pt>
    <dgm:pt modelId="{5B2EA293-368B-45F0-AE57-205F2B0AB1BC}" type="pres">
      <dgm:prSet presAssocID="{CE256801-BAF9-4C3C-9F75-F2A0D2B67ABF}" presName="rootText" presStyleLbl="node3" presStyleIdx="5" presStyleCnt="22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11B72BC4-4D93-4EE4-B8F2-74C5F2F8A405}" type="pres">
      <dgm:prSet presAssocID="{CE256801-BAF9-4C3C-9F75-F2A0D2B67ABF}" presName="rootConnector" presStyleLbl="node3" presStyleIdx="5" presStyleCnt="22"/>
      <dgm:spPr/>
      <dgm:t>
        <a:bodyPr/>
        <a:lstStyle/>
        <a:p>
          <a:endParaRPr lang="en-IN"/>
        </a:p>
      </dgm:t>
    </dgm:pt>
    <dgm:pt modelId="{46FAA728-BD00-4370-82DC-571B5F01D427}" type="pres">
      <dgm:prSet presAssocID="{CE256801-BAF9-4C3C-9F75-F2A0D2B67ABF}" presName="hierChild4" presStyleCnt="0"/>
      <dgm:spPr/>
    </dgm:pt>
    <dgm:pt modelId="{26BFA9FD-5A65-4E29-BDF0-8FA95A2DADCF}" type="pres">
      <dgm:prSet presAssocID="{CE256801-BAF9-4C3C-9F75-F2A0D2B67ABF}" presName="hierChild5" presStyleCnt="0"/>
      <dgm:spPr/>
    </dgm:pt>
    <dgm:pt modelId="{5F35F005-0321-443D-8844-85509453021C}" type="pres">
      <dgm:prSet presAssocID="{4B9FF514-1B2F-46FE-BB16-93EFE3E0C07E}" presName="hierChild5" presStyleCnt="0"/>
      <dgm:spPr/>
    </dgm:pt>
    <dgm:pt modelId="{B4FC89F5-0990-437F-B774-BA6B3C0D806E}" type="pres">
      <dgm:prSet presAssocID="{317D6324-84DA-4A62-A7DC-EB0BBE6529AA}" presName="Name37" presStyleLbl="parChTrans1D2" presStyleIdx="2" presStyleCnt="7"/>
      <dgm:spPr/>
      <dgm:t>
        <a:bodyPr/>
        <a:lstStyle/>
        <a:p>
          <a:endParaRPr lang="en-IN"/>
        </a:p>
      </dgm:t>
    </dgm:pt>
    <dgm:pt modelId="{E38688D3-5E59-4DA6-B6E3-C0F1063B2BED}" type="pres">
      <dgm:prSet presAssocID="{F32BB013-8417-4548-8495-C3D2C21B70CE}" presName="hierRoot2" presStyleCnt="0">
        <dgm:presLayoutVars>
          <dgm:hierBranch val="init"/>
        </dgm:presLayoutVars>
      </dgm:prSet>
      <dgm:spPr/>
    </dgm:pt>
    <dgm:pt modelId="{92EDC531-65C7-4477-91FE-E0AC32C83F14}" type="pres">
      <dgm:prSet presAssocID="{F32BB013-8417-4548-8495-C3D2C21B70CE}" presName="rootComposite" presStyleCnt="0"/>
      <dgm:spPr/>
    </dgm:pt>
    <dgm:pt modelId="{A3E4DFD6-B269-4BDA-8085-62CE14C0C2EF}" type="pres">
      <dgm:prSet presAssocID="{F32BB013-8417-4548-8495-C3D2C21B70CE}" presName="rootText" presStyleLbl="node2" presStyleIdx="2" presStyleCnt="7" custScaleX="136642" custScaleY="134308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A5AEDCA6-C6DF-49A7-A68F-E290F60E3B39}" type="pres">
      <dgm:prSet presAssocID="{F32BB013-8417-4548-8495-C3D2C21B70CE}" presName="rootConnector" presStyleLbl="node2" presStyleIdx="2" presStyleCnt="7"/>
      <dgm:spPr/>
      <dgm:t>
        <a:bodyPr/>
        <a:lstStyle/>
        <a:p>
          <a:endParaRPr lang="en-IN"/>
        </a:p>
      </dgm:t>
    </dgm:pt>
    <dgm:pt modelId="{CC0E6E28-411B-4F8F-A50D-D95452C35A8A}" type="pres">
      <dgm:prSet presAssocID="{F32BB013-8417-4548-8495-C3D2C21B70CE}" presName="hierChild4" presStyleCnt="0"/>
      <dgm:spPr/>
    </dgm:pt>
    <dgm:pt modelId="{FB7D5523-C058-438F-9396-35CAB5CD82CD}" type="pres">
      <dgm:prSet presAssocID="{D5A09FD2-101E-4E55-B63F-067006048CC6}" presName="Name37" presStyleLbl="parChTrans1D3" presStyleIdx="6" presStyleCnt="22"/>
      <dgm:spPr/>
      <dgm:t>
        <a:bodyPr/>
        <a:lstStyle/>
        <a:p>
          <a:endParaRPr lang="en-IN"/>
        </a:p>
      </dgm:t>
    </dgm:pt>
    <dgm:pt modelId="{7301FFD5-5828-4867-AA75-820FC4E858F5}" type="pres">
      <dgm:prSet presAssocID="{C2435E3E-8C4F-4A37-82BA-66432DC196A5}" presName="hierRoot2" presStyleCnt="0">
        <dgm:presLayoutVars>
          <dgm:hierBranch val="init"/>
        </dgm:presLayoutVars>
      </dgm:prSet>
      <dgm:spPr/>
    </dgm:pt>
    <dgm:pt modelId="{76DECCC4-0802-4EB9-A7DC-4FE75EA57450}" type="pres">
      <dgm:prSet presAssocID="{C2435E3E-8C4F-4A37-82BA-66432DC196A5}" presName="rootComposite" presStyleCnt="0"/>
      <dgm:spPr/>
    </dgm:pt>
    <dgm:pt modelId="{2B93FCE3-E578-4EA5-8AFB-311FCBE3FA79}" type="pres">
      <dgm:prSet presAssocID="{C2435E3E-8C4F-4A37-82BA-66432DC196A5}" presName="rootText" presStyleLbl="node3" presStyleIdx="6" presStyleCnt="22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AAE84476-80B1-4853-8C2F-5A572D6BF374}" type="pres">
      <dgm:prSet presAssocID="{C2435E3E-8C4F-4A37-82BA-66432DC196A5}" presName="rootConnector" presStyleLbl="node3" presStyleIdx="6" presStyleCnt="22"/>
      <dgm:spPr/>
      <dgm:t>
        <a:bodyPr/>
        <a:lstStyle/>
        <a:p>
          <a:endParaRPr lang="en-IN"/>
        </a:p>
      </dgm:t>
    </dgm:pt>
    <dgm:pt modelId="{2FED93DE-2296-45A7-8A8F-EB12A926EC68}" type="pres">
      <dgm:prSet presAssocID="{C2435E3E-8C4F-4A37-82BA-66432DC196A5}" presName="hierChild4" presStyleCnt="0"/>
      <dgm:spPr/>
    </dgm:pt>
    <dgm:pt modelId="{A7CCC7B6-1B55-413B-83E8-DF2D9257CD53}" type="pres">
      <dgm:prSet presAssocID="{C2435E3E-8C4F-4A37-82BA-66432DC196A5}" presName="hierChild5" presStyleCnt="0"/>
      <dgm:spPr/>
    </dgm:pt>
    <dgm:pt modelId="{B7F45AC6-8B70-4335-BE6A-ACBCA421B9B6}" type="pres">
      <dgm:prSet presAssocID="{BECEAAE5-0408-49A5-9049-7A6A507C5958}" presName="Name37" presStyleLbl="parChTrans1D3" presStyleIdx="7" presStyleCnt="22"/>
      <dgm:spPr/>
      <dgm:t>
        <a:bodyPr/>
        <a:lstStyle/>
        <a:p>
          <a:endParaRPr lang="en-IN"/>
        </a:p>
      </dgm:t>
    </dgm:pt>
    <dgm:pt modelId="{8EE81C18-BF13-4604-AD68-D0573630628B}" type="pres">
      <dgm:prSet presAssocID="{B663501F-9136-4121-ABF9-D2E3A1B47F7B}" presName="hierRoot2" presStyleCnt="0">
        <dgm:presLayoutVars>
          <dgm:hierBranch val="init"/>
        </dgm:presLayoutVars>
      </dgm:prSet>
      <dgm:spPr/>
    </dgm:pt>
    <dgm:pt modelId="{A8BA65F7-1C57-4CCB-875E-A93028617ED3}" type="pres">
      <dgm:prSet presAssocID="{B663501F-9136-4121-ABF9-D2E3A1B47F7B}" presName="rootComposite" presStyleCnt="0"/>
      <dgm:spPr/>
    </dgm:pt>
    <dgm:pt modelId="{BCB7545A-2CD4-4D98-89A6-9A65CAAED501}" type="pres">
      <dgm:prSet presAssocID="{B663501F-9136-4121-ABF9-D2E3A1B47F7B}" presName="rootText" presStyleLbl="node3" presStyleIdx="7" presStyleCnt="22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B1CDCF1E-3542-40CF-BB58-2536FA403812}" type="pres">
      <dgm:prSet presAssocID="{B663501F-9136-4121-ABF9-D2E3A1B47F7B}" presName="rootConnector" presStyleLbl="node3" presStyleIdx="7" presStyleCnt="22"/>
      <dgm:spPr/>
      <dgm:t>
        <a:bodyPr/>
        <a:lstStyle/>
        <a:p>
          <a:endParaRPr lang="en-IN"/>
        </a:p>
      </dgm:t>
    </dgm:pt>
    <dgm:pt modelId="{53BBA7A0-CD48-489D-9691-DDCC90E26EF1}" type="pres">
      <dgm:prSet presAssocID="{B663501F-9136-4121-ABF9-D2E3A1B47F7B}" presName="hierChild4" presStyleCnt="0"/>
      <dgm:spPr/>
    </dgm:pt>
    <dgm:pt modelId="{D86D970C-8FDD-4805-83B6-764EE1354FF2}" type="pres">
      <dgm:prSet presAssocID="{B663501F-9136-4121-ABF9-D2E3A1B47F7B}" presName="hierChild5" presStyleCnt="0"/>
      <dgm:spPr/>
    </dgm:pt>
    <dgm:pt modelId="{FF579F33-4197-45B8-96F7-07CAF5208A37}" type="pres">
      <dgm:prSet presAssocID="{3D6F4EF1-A5E3-4A63-A534-DCB9B8F3F11B}" presName="Name37" presStyleLbl="parChTrans1D3" presStyleIdx="8" presStyleCnt="22"/>
      <dgm:spPr/>
      <dgm:t>
        <a:bodyPr/>
        <a:lstStyle/>
        <a:p>
          <a:endParaRPr lang="en-IN"/>
        </a:p>
      </dgm:t>
    </dgm:pt>
    <dgm:pt modelId="{CFBE2A08-6A1A-45F0-A527-91CB76AB3947}" type="pres">
      <dgm:prSet presAssocID="{15DB53CF-E2DE-4711-9FE0-0FF0D3A76818}" presName="hierRoot2" presStyleCnt="0">
        <dgm:presLayoutVars>
          <dgm:hierBranch val="init"/>
        </dgm:presLayoutVars>
      </dgm:prSet>
      <dgm:spPr/>
    </dgm:pt>
    <dgm:pt modelId="{CCE1E6DD-92B4-4DDE-8410-55C5CDA14DF2}" type="pres">
      <dgm:prSet presAssocID="{15DB53CF-E2DE-4711-9FE0-0FF0D3A76818}" presName="rootComposite" presStyleCnt="0"/>
      <dgm:spPr/>
    </dgm:pt>
    <dgm:pt modelId="{A25988E3-530D-4DBA-9949-829C4CCBD6ED}" type="pres">
      <dgm:prSet presAssocID="{15DB53CF-E2DE-4711-9FE0-0FF0D3A76818}" presName="rootText" presStyleLbl="node3" presStyleIdx="8" presStyleCnt="22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9A9F4515-B201-4CB9-B7A1-49833A7D236C}" type="pres">
      <dgm:prSet presAssocID="{15DB53CF-E2DE-4711-9FE0-0FF0D3A76818}" presName="rootConnector" presStyleLbl="node3" presStyleIdx="8" presStyleCnt="22"/>
      <dgm:spPr/>
      <dgm:t>
        <a:bodyPr/>
        <a:lstStyle/>
        <a:p>
          <a:endParaRPr lang="en-IN"/>
        </a:p>
      </dgm:t>
    </dgm:pt>
    <dgm:pt modelId="{6C8759D6-B406-4806-BC9C-E4D81DCC0377}" type="pres">
      <dgm:prSet presAssocID="{15DB53CF-E2DE-4711-9FE0-0FF0D3A76818}" presName="hierChild4" presStyleCnt="0"/>
      <dgm:spPr/>
    </dgm:pt>
    <dgm:pt modelId="{9CDBA0C9-19C9-41DA-A877-418DC1C0DCA4}" type="pres">
      <dgm:prSet presAssocID="{15DB53CF-E2DE-4711-9FE0-0FF0D3A76818}" presName="hierChild5" presStyleCnt="0"/>
      <dgm:spPr/>
    </dgm:pt>
    <dgm:pt modelId="{9055F68B-FB5C-4A58-9400-37CCBA3426CD}" type="pres">
      <dgm:prSet presAssocID="{F32BB013-8417-4548-8495-C3D2C21B70CE}" presName="hierChild5" presStyleCnt="0"/>
      <dgm:spPr/>
    </dgm:pt>
    <dgm:pt modelId="{9D6C41C2-259F-4C29-A33C-C26844FC396A}" type="pres">
      <dgm:prSet presAssocID="{30CB5EC6-9F09-4736-B8FF-E323B73A4EFB}" presName="Name37" presStyleLbl="parChTrans1D2" presStyleIdx="3" presStyleCnt="7"/>
      <dgm:spPr/>
      <dgm:t>
        <a:bodyPr/>
        <a:lstStyle/>
        <a:p>
          <a:endParaRPr lang="en-IN"/>
        </a:p>
      </dgm:t>
    </dgm:pt>
    <dgm:pt modelId="{B1B2FB4C-6F5C-4510-AF0F-481473C74456}" type="pres">
      <dgm:prSet presAssocID="{B65BF1D9-2081-46F3-A06F-03C806DE6747}" presName="hierRoot2" presStyleCnt="0">
        <dgm:presLayoutVars>
          <dgm:hierBranch val="init"/>
        </dgm:presLayoutVars>
      </dgm:prSet>
      <dgm:spPr/>
    </dgm:pt>
    <dgm:pt modelId="{35D799AF-1227-42DD-827E-6FEE5FC03FC9}" type="pres">
      <dgm:prSet presAssocID="{B65BF1D9-2081-46F3-A06F-03C806DE6747}" presName="rootComposite" presStyleCnt="0"/>
      <dgm:spPr/>
    </dgm:pt>
    <dgm:pt modelId="{2086630D-EE78-4B15-BA7F-A7FF8E98AB77}" type="pres">
      <dgm:prSet presAssocID="{B65BF1D9-2081-46F3-A06F-03C806DE6747}" presName="rootText" presStyleLbl="node2" presStyleIdx="3" presStyleCnt="7" custScaleX="185654" custScaleY="145333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23709E31-2061-41D9-B659-D8D065D10726}" type="pres">
      <dgm:prSet presAssocID="{B65BF1D9-2081-46F3-A06F-03C806DE6747}" presName="rootConnector" presStyleLbl="node2" presStyleIdx="3" presStyleCnt="7"/>
      <dgm:spPr/>
      <dgm:t>
        <a:bodyPr/>
        <a:lstStyle/>
        <a:p>
          <a:endParaRPr lang="en-IN"/>
        </a:p>
      </dgm:t>
    </dgm:pt>
    <dgm:pt modelId="{5AB4E483-3C6C-433F-B447-184F72AB5CC9}" type="pres">
      <dgm:prSet presAssocID="{B65BF1D9-2081-46F3-A06F-03C806DE6747}" presName="hierChild4" presStyleCnt="0"/>
      <dgm:spPr/>
    </dgm:pt>
    <dgm:pt modelId="{70CDD8C3-A5EC-47DD-84BB-46C336633DB7}" type="pres">
      <dgm:prSet presAssocID="{832D1636-B582-46CB-ADDB-9465315D6219}" presName="Name37" presStyleLbl="parChTrans1D3" presStyleIdx="9" presStyleCnt="22"/>
      <dgm:spPr/>
      <dgm:t>
        <a:bodyPr/>
        <a:lstStyle/>
        <a:p>
          <a:endParaRPr lang="en-IN"/>
        </a:p>
      </dgm:t>
    </dgm:pt>
    <dgm:pt modelId="{1FD46759-8236-4DE4-8851-428DC3F2B454}" type="pres">
      <dgm:prSet presAssocID="{E4D2452E-19C5-4C42-A455-2E95578C85BB}" presName="hierRoot2" presStyleCnt="0">
        <dgm:presLayoutVars>
          <dgm:hierBranch val="init"/>
        </dgm:presLayoutVars>
      </dgm:prSet>
      <dgm:spPr/>
    </dgm:pt>
    <dgm:pt modelId="{78EFD89E-AC80-46C2-A752-1B97C129C769}" type="pres">
      <dgm:prSet presAssocID="{E4D2452E-19C5-4C42-A455-2E95578C85BB}" presName="rootComposite" presStyleCnt="0"/>
      <dgm:spPr/>
    </dgm:pt>
    <dgm:pt modelId="{5F4B2303-D6EC-4B1C-A097-A21FE6A367E2}" type="pres">
      <dgm:prSet presAssocID="{E4D2452E-19C5-4C42-A455-2E95578C85BB}" presName="rootText" presStyleLbl="node3" presStyleIdx="9" presStyleCnt="22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BF8C2BC1-C504-4F87-8BDB-8DDEB73989A2}" type="pres">
      <dgm:prSet presAssocID="{E4D2452E-19C5-4C42-A455-2E95578C85BB}" presName="rootConnector" presStyleLbl="node3" presStyleIdx="9" presStyleCnt="22"/>
      <dgm:spPr/>
      <dgm:t>
        <a:bodyPr/>
        <a:lstStyle/>
        <a:p>
          <a:endParaRPr lang="en-IN"/>
        </a:p>
      </dgm:t>
    </dgm:pt>
    <dgm:pt modelId="{5702941D-48E7-497F-84C4-F2B67A4810EF}" type="pres">
      <dgm:prSet presAssocID="{E4D2452E-19C5-4C42-A455-2E95578C85BB}" presName="hierChild4" presStyleCnt="0"/>
      <dgm:spPr/>
    </dgm:pt>
    <dgm:pt modelId="{1B81D404-681F-4CD2-B07D-F9033491CDE4}" type="pres">
      <dgm:prSet presAssocID="{80877D95-3EC3-4CE3-BDD6-F0E3CBCA901A}" presName="Name37" presStyleLbl="parChTrans1D4" presStyleIdx="17" presStyleCnt="26"/>
      <dgm:spPr/>
      <dgm:t>
        <a:bodyPr/>
        <a:lstStyle/>
        <a:p>
          <a:endParaRPr lang="en-IN"/>
        </a:p>
      </dgm:t>
    </dgm:pt>
    <dgm:pt modelId="{98942814-3E8D-402C-BFA1-E44AE6065EAE}" type="pres">
      <dgm:prSet presAssocID="{3EE63049-6F91-43B7-BBD5-DA08860CD1F7}" presName="hierRoot2" presStyleCnt="0">
        <dgm:presLayoutVars>
          <dgm:hierBranch val="init"/>
        </dgm:presLayoutVars>
      </dgm:prSet>
      <dgm:spPr/>
    </dgm:pt>
    <dgm:pt modelId="{F61B1319-E19E-4866-A5D6-72BA09814AE8}" type="pres">
      <dgm:prSet presAssocID="{3EE63049-6F91-43B7-BBD5-DA08860CD1F7}" presName="rootComposite" presStyleCnt="0"/>
      <dgm:spPr/>
    </dgm:pt>
    <dgm:pt modelId="{8E857FE9-18B3-48DB-B7E7-FA44BFECD034}" type="pres">
      <dgm:prSet presAssocID="{3EE63049-6F91-43B7-BBD5-DA08860CD1F7}" presName="rootText" presStyleLbl="node4" presStyleIdx="17" presStyleCnt="26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2700A237-476A-41F7-BD9E-716686377647}" type="pres">
      <dgm:prSet presAssocID="{3EE63049-6F91-43B7-BBD5-DA08860CD1F7}" presName="rootConnector" presStyleLbl="node4" presStyleIdx="17" presStyleCnt="26"/>
      <dgm:spPr/>
      <dgm:t>
        <a:bodyPr/>
        <a:lstStyle/>
        <a:p>
          <a:endParaRPr lang="en-IN"/>
        </a:p>
      </dgm:t>
    </dgm:pt>
    <dgm:pt modelId="{0640D5CF-5157-4649-B37A-3EEAC9DDF81D}" type="pres">
      <dgm:prSet presAssocID="{3EE63049-6F91-43B7-BBD5-DA08860CD1F7}" presName="hierChild4" presStyleCnt="0"/>
      <dgm:spPr/>
    </dgm:pt>
    <dgm:pt modelId="{4E25FEA4-6A0E-428B-9145-DBAAF4776CD9}" type="pres">
      <dgm:prSet presAssocID="{3EE63049-6F91-43B7-BBD5-DA08860CD1F7}" presName="hierChild5" presStyleCnt="0"/>
      <dgm:spPr/>
    </dgm:pt>
    <dgm:pt modelId="{1D902BB9-D14B-45CD-80A4-A0024D716594}" type="pres">
      <dgm:prSet presAssocID="{D098DF6A-46F9-4718-9308-406FCFE65E06}" presName="Name37" presStyleLbl="parChTrans1D4" presStyleIdx="18" presStyleCnt="26"/>
      <dgm:spPr/>
      <dgm:t>
        <a:bodyPr/>
        <a:lstStyle/>
        <a:p>
          <a:endParaRPr lang="en-IN"/>
        </a:p>
      </dgm:t>
    </dgm:pt>
    <dgm:pt modelId="{A07A15E5-3B16-417A-9A0F-D0C5AF3AFD84}" type="pres">
      <dgm:prSet presAssocID="{9B559134-3AA2-40F6-82A2-B097F1B1201A}" presName="hierRoot2" presStyleCnt="0">
        <dgm:presLayoutVars>
          <dgm:hierBranch val="init"/>
        </dgm:presLayoutVars>
      </dgm:prSet>
      <dgm:spPr/>
    </dgm:pt>
    <dgm:pt modelId="{D8A66675-499A-4B2D-84B5-C83759162A61}" type="pres">
      <dgm:prSet presAssocID="{9B559134-3AA2-40F6-82A2-B097F1B1201A}" presName="rootComposite" presStyleCnt="0"/>
      <dgm:spPr/>
    </dgm:pt>
    <dgm:pt modelId="{4B10EC79-7C2B-46E6-92C7-08BA79D6B5E1}" type="pres">
      <dgm:prSet presAssocID="{9B559134-3AA2-40F6-82A2-B097F1B1201A}" presName="rootText" presStyleLbl="node4" presStyleIdx="18" presStyleCnt="26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81877B7E-1E86-4429-B43C-E679C94643EE}" type="pres">
      <dgm:prSet presAssocID="{9B559134-3AA2-40F6-82A2-B097F1B1201A}" presName="rootConnector" presStyleLbl="node4" presStyleIdx="18" presStyleCnt="26"/>
      <dgm:spPr/>
      <dgm:t>
        <a:bodyPr/>
        <a:lstStyle/>
        <a:p>
          <a:endParaRPr lang="en-IN"/>
        </a:p>
      </dgm:t>
    </dgm:pt>
    <dgm:pt modelId="{71F776BE-BBC7-4FFD-88D0-31CBC38D6D7E}" type="pres">
      <dgm:prSet presAssocID="{9B559134-3AA2-40F6-82A2-B097F1B1201A}" presName="hierChild4" presStyleCnt="0"/>
      <dgm:spPr/>
    </dgm:pt>
    <dgm:pt modelId="{AB4103D6-FF03-4076-8C19-1018BEB31094}" type="pres">
      <dgm:prSet presAssocID="{9B559134-3AA2-40F6-82A2-B097F1B1201A}" presName="hierChild5" presStyleCnt="0"/>
      <dgm:spPr/>
    </dgm:pt>
    <dgm:pt modelId="{1FC57C88-5F35-4D10-8C71-25D456DD148E}" type="pres">
      <dgm:prSet presAssocID="{FCA85B4B-464F-4C7B-BAD1-A8F188A1063F}" presName="Name37" presStyleLbl="parChTrans1D4" presStyleIdx="19" presStyleCnt="26"/>
      <dgm:spPr/>
      <dgm:t>
        <a:bodyPr/>
        <a:lstStyle/>
        <a:p>
          <a:endParaRPr lang="en-IN"/>
        </a:p>
      </dgm:t>
    </dgm:pt>
    <dgm:pt modelId="{AB4A45B9-6447-4B00-8E3D-6C6A5650F6D5}" type="pres">
      <dgm:prSet presAssocID="{0CE3E62C-BC2D-48DB-85C2-399DC5124B97}" presName="hierRoot2" presStyleCnt="0">
        <dgm:presLayoutVars>
          <dgm:hierBranch val="init"/>
        </dgm:presLayoutVars>
      </dgm:prSet>
      <dgm:spPr/>
    </dgm:pt>
    <dgm:pt modelId="{FCB3E4A4-AFB6-4F29-B2F3-EE8A9B5B4DD8}" type="pres">
      <dgm:prSet presAssocID="{0CE3E62C-BC2D-48DB-85C2-399DC5124B97}" presName="rootComposite" presStyleCnt="0"/>
      <dgm:spPr/>
    </dgm:pt>
    <dgm:pt modelId="{293322AB-E471-4D79-9762-D38A246B1048}" type="pres">
      <dgm:prSet presAssocID="{0CE3E62C-BC2D-48DB-85C2-399DC5124B97}" presName="rootText" presStyleLbl="node4" presStyleIdx="19" presStyleCnt="26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13643D52-6053-4EC4-8E8D-7C842C0EFFAF}" type="pres">
      <dgm:prSet presAssocID="{0CE3E62C-BC2D-48DB-85C2-399DC5124B97}" presName="rootConnector" presStyleLbl="node4" presStyleIdx="19" presStyleCnt="26"/>
      <dgm:spPr/>
      <dgm:t>
        <a:bodyPr/>
        <a:lstStyle/>
        <a:p>
          <a:endParaRPr lang="en-IN"/>
        </a:p>
      </dgm:t>
    </dgm:pt>
    <dgm:pt modelId="{F1B9FAD0-6BBC-41A5-B397-34AB2534E6DE}" type="pres">
      <dgm:prSet presAssocID="{0CE3E62C-BC2D-48DB-85C2-399DC5124B97}" presName="hierChild4" presStyleCnt="0"/>
      <dgm:spPr/>
    </dgm:pt>
    <dgm:pt modelId="{75121C19-DE51-49A7-8CC7-A0F1662B9DE2}" type="pres">
      <dgm:prSet presAssocID="{0CE3E62C-BC2D-48DB-85C2-399DC5124B97}" presName="hierChild5" presStyleCnt="0"/>
      <dgm:spPr/>
    </dgm:pt>
    <dgm:pt modelId="{95A56EAC-45F7-4F49-8098-6EC931AF2F65}" type="pres">
      <dgm:prSet presAssocID="{E4D2452E-19C5-4C42-A455-2E95578C85BB}" presName="hierChild5" presStyleCnt="0"/>
      <dgm:spPr/>
    </dgm:pt>
    <dgm:pt modelId="{65261B2C-D399-44E7-BF87-27DC76169720}" type="pres">
      <dgm:prSet presAssocID="{F194C2D7-318C-44D4-B370-18761D313E41}" presName="Name37" presStyleLbl="parChTrans1D3" presStyleIdx="10" presStyleCnt="22"/>
      <dgm:spPr/>
      <dgm:t>
        <a:bodyPr/>
        <a:lstStyle/>
        <a:p>
          <a:endParaRPr lang="en-IN"/>
        </a:p>
      </dgm:t>
    </dgm:pt>
    <dgm:pt modelId="{A056E396-B438-4A43-BFF5-5F903EC44DB3}" type="pres">
      <dgm:prSet presAssocID="{3F61E6F8-DF99-4CEE-A5D4-665D75A9A9D0}" presName="hierRoot2" presStyleCnt="0">
        <dgm:presLayoutVars>
          <dgm:hierBranch val="init"/>
        </dgm:presLayoutVars>
      </dgm:prSet>
      <dgm:spPr/>
    </dgm:pt>
    <dgm:pt modelId="{85FCCD1D-06FB-459E-965D-73944648067E}" type="pres">
      <dgm:prSet presAssocID="{3F61E6F8-DF99-4CEE-A5D4-665D75A9A9D0}" presName="rootComposite" presStyleCnt="0"/>
      <dgm:spPr/>
    </dgm:pt>
    <dgm:pt modelId="{AF7A0C2C-45DC-4BC9-A66E-E9D0E6E9122F}" type="pres">
      <dgm:prSet presAssocID="{3F61E6F8-DF99-4CEE-A5D4-665D75A9A9D0}" presName="rootText" presStyleLbl="node3" presStyleIdx="10" presStyleCnt="22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396A7E46-AE9D-44E1-A7F6-155B60DE6FD3}" type="pres">
      <dgm:prSet presAssocID="{3F61E6F8-DF99-4CEE-A5D4-665D75A9A9D0}" presName="rootConnector" presStyleLbl="node3" presStyleIdx="10" presStyleCnt="22"/>
      <dgm:spPr/>
      <dgm:t>
        <a:bodyPr/>
        <a:lstStyle/>
        <a:p>
          <a:endParaRPr lang="en-IN"/>
        </a:p>
      </dgm:t>
    </dgm:pt>
    <dgm:pt modelId="{BA2DC324-07FB-4414-8D4D-5A70FF382FB2}" type="pres">
      <dgm:prSet presAssocID="{3F61E6F8-DF99-4CEE-A5D4-665D75A9A9D0}" presName="hierChild4" presStyleCnt="0"/>
      <dgm:spPr/>
    </dgm:pt>
    <dgm:pt modelId="{367FD61D-DF57-4A06-8D7A-A9C7DDA60682}" type="pres">
      <dgm:prSet presAssocID="{179412D7-5005-4E37-BD34-F2BF886C5C6D}" presName="Name37" presStyleLbl="parChTrans1D4" presStyleIdx="20" presStyleCnt="26"/>
      <dgm:spPr/>
      <dgm:t>
        <a:bodyPr/>
        <a:lstStyle/>
        <a:p>
          <a:endParaRPr lang="en-IN"/>
        </a:p>
      </dgm:t>
    </dgm:pt>
    <dgm:pt modelId="{D2A649B9-93AC-45C8-80B8-E72345362638}" type="pres">
      <dgm:prSet presAssocID="{445EB488-7E1D-4270-95BD-EBEF41CE1EA9}" presName="hierRoot2" presStyleCnt="0">
        <dgm:presLayoutVars>
          <dgm:hierBranch val="init"/>
        </dgm:presLayoutVars>
      </dgm:prSet>
      <dgm:spPr/>
    </dgm:pt>
    <dgm:pt modelId="{9A90D187-FE82-47D0-BE78-3133D4B6CC8F}" type="pres">
      <dgm:prSet presAssocID="{445EB488-7E1D-4270-95BD-EBEF41CE1EA9}" presName="rootComposite" presStyleCnt="0"/>
      <dgm:spPr/>
    </dgm:pt>
    <dgm:pt modelId="{82D089CB-3770-4B86-A80D-A986E7EBB726}" type="pres">
      <dgm:prSet presAssocID="{445EB488-7E1D-4270-95BD-EBEF41CE1EA9}" presName="rootText" presStyleLbl="node4" presStyleIdx="20" presStyleCnt="26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F8B21EEA-4041-435F-BFA3-59A20F089E5F}" type="pres">
      <dgm:prSet presAssocID="{445EB488-7E1D-4270-95BD-EBEF41CE1EA9}" presName="rootConnector" presStyleLbl="node4" presStyleIdx="20" presStyleCnt="26"/>
      <dgm:spPr/>
      <dgm:t>
        <a:bodyPr/>
        <a:lstStyle/>
        <a:p>
          <a:endParaRPr lang="en-IN"/>
        </a:p>
      </dgm:t>
    </dgm:pt>
    <dgm:pt modelId="{75F03E09-68BB-4E3D-A7A2-7C9D497A7455}" type="pres">
      <dgm:prSet presAssocID="{445EB488-7E1D-4270-95BD-EBEF41CE1EA9}" presName="hierChild4" presStyleCnt="0"/>
      <dgm:spPr/>
    </dgm:pt>
    <dgm:pt modelId="{102C45B5-FD34-4A47-A9E0-58185EFD7831}" type="pres">
      <dgm:prSet presAssocID="{445EB488-7E1D-4270-95BD-EBEF41CE1EA9}" presName="hierChild5" presStyleCnt="0"/>
      <dgm:spPr/>
    </dgm:pt>
    <dgm:pt modelId="{83CE62AB-2634-4CF2-8FE4-0DB6D5C5038F}" type="pres">
      <dgm:prSet presAssocID="{668DC280-C228-41BF-A042-82A99C387DCA}" presName="Name37" presStyleLbl="parChTrans1D4" presStyleIdx="21" presStyleCnt="26"/>
      <dgm:spPr/>
      <dgm:t>
        <a:bodyPr/>
        <a:lstStyle/>
        <a:p>
          <a:endParaRPr lang="en-IN"/>
        </a:p>
      </dgm:t>
    </dgm:pt>
    <dgm:pt modelId="{5B3721DA-15B6-4E14-9B7B-A53617703E20}" type="pres">
      <dgm:prSet presAssocID="{A292C54B-AD67-4875-9A54-D22722F4A674}" presName="hierRoot2" presStyleCnt="0">
        <dgm:presLayoutVars>
          <dgm:hierBranch val="init"/>
        </dgm:presLayoutVars>
      </dgm:prSet>
      <dgm:spPr/>
    </dgm:pt>
    <dgm:pt modelId="{DFC4BD52-CE28-4DC0-9644-7398A678EAE3}" type="pres">
      <dgm:prSet presAssocID="{A292C54B-AD67-4875-9A54-D22722F4A674}" presName="rootComposite" presStyleCnt="0"/>
      <dgm:spPr/>
    </dgm:pt>
    <dgm:pt modelId="{11BB3F5A-B12A-4B83-A5FB-275B3CF47DFB}" type="pres">
      <dgm:prSet presAssocID="{A292C54B-AD67-4875-9A54-D22722F4A674}" presName="rootText" presStyleLbl="node4" presStyleIdx="21" presStyleCnt="26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043B0DB0-3F84-48F5-AB34-0FA5F3677061}" type="pres">
      <dgm:prSet presAssocID="{A292C54B-AD67-4875-9A54-D22722F4A674}" presName="rootConnector" presStyleLbl="node4" presStyleIdx="21" presStyleCnt="26"/>
      <dgm:spPr/>
      <dgm:t>
        <a:bodyPr/>
        <a:lstStyle/>
        <a:p>
          <a:endParaRPr lang="en-IN"/>
        </a:p>
      </dgm:t>
    </dgm:pt>
    <dgm:pt modelId="{B917A5E4-A8C1-48B0-BFEA-FB7B3414D55A}" type="pres">
      <dgm:prSet presAssocID="{A292C54B-AD67-4875-9A54-D22722F4A674}" presName="hierChild4" presStyleCnt="0"/>
      <dgm:spPr/>
    </dgm:pt>
    <dgm:pt modelId="{4E8A97E1-999F-4D64-ACFF-6AE463D7DB60}" type="pres">
      <dgm:prSet presAssocID="{A292C54B-AD67-4875-9A54-D22722F4A674}" presName="hierChild5" presStyleCnt="0"/>
      <dgm:spPr/>
    </dgm:pt>
    <dgm:pt modelId="{07DD3AFF-4DD5-4F07-9744-234EE524FD8E}" type="pres">
      <dgm:prSet presAssocID="{C17F0B4E-C1E9-45D6-BEA4-98338132F282}" presName="Name37" presStyleLbl="parChTrans1D4" presStyleIdx="22" presStyleCnt="26"/>
      <dgm:spPr/>
      <dgm:t>
        <a:bodyPr/>
        <a:lstStyle/>
        <a:p>
          <a:endParaRPr lang="en-IN"/>
        </a:p>
      </dgm:t>
    </dgm:pt>
    <dgm:pt modelId="{A004B570-6D5B-4D0C-91AA-A4971C69ACF7}" type="pres">
      <dgm:prSet presAssocID="{8B22D748-956D-40C2-8146-E8AAD675E788}" presName="hierRoot2" presStyleCnt="0">
        <dgm:presLayoutVars>
          <dgm:hierBranch val="init"/>
        </dgm:presLayoutVars>
      </dgm:prSet>
      <dgm:spPr/>
    </dgm:pt>
    <dgm:pt modelId="{86D93F0D-38CF-49E6-9D90-52FE682792EE}" type="pres">
      <dgm:prSet presAssocID="{8B22D748-956D-40C2-8146-E8AAD675E788}" presName="rootComposite" presStyleCnt="0"/>
      <dgm:spPr/>
    </dgm:pt>
    <dgm:pt modelId="{689C4A91-073F-4FD0-9BAD-7A00CBF0B326}" type="pres">
      <dgm:prSet presAssocID="{8B22D748-956D-40C2-8146-E8AAD675E788}" presName="rootText" presStyleLbl="node4" presStyleIdx="22" presStyleCnt="26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05E52912-824E-41FD-96DE-5C31741861D6}" type="pres">
      <dgm:prSet presAssocID="{8B22D748-956D-40C2-8146-E8AAD675E788}" presName="rootConnector" presStyleLbl="node4" presStyleIdx="22" presStyleCnt="26"/>
      <dgm:spPr/>
      <dgm:t>
        <a:bodyPr/>
        <a:lstStyle/>
        <a:p>
          <a:endParaRPr lang="en-IN"/>
        </a:p>
      </dgm:t>
    </dgm:pt>
    <dgm:pt modelId="{6F1F426E-1328-4A61-881A-2CFAB89E16F6}" type="pres">
      <dgm:prSet presAssocID="{8B22D748-956D-40C2-8146-E8AAD675E788}" presName="hierChild4" presStyleCnt="0"/>
      <dgm:spPr/>
    </dgm:pt>
    <dgm:pt modelId="{190AFED1-42A2-48B2-8B60-4EE746F09893}" type="pres">
      <dgm:prSet presAssocID="{8B22D748-956D-40C2-8146-E8AAD675E788}" presName="hierChild5" presStyleCnt="0"/>
      <dgm:spPr/>
    </dgm:pt>
    <dgm:pt modelId="{FDBC5D7A-A59F-4992-AB32-2D3C32A44EA6}" type="pres">
      <dgm:prSet presAssocID="{3F61E6F8-DF99-4CEE-A5D4-665D75A9A9D0}" presName="hierChild5" presStyleCnt="0"/>
      <dgm:spPr/>
    </dgm:pt>
    <dgm:pt modelId="{66C23CFA-F5DB-48D7-B8FA-68738EEF5A7A}" type="pres">
      <dgm:prSet presAssocID="{34D3C2EA-6427-4186-B13C-2C7537F7D189}" presName="Name37" presStyleLbl="parChTrans1D3" presStyleIdx="11" presStyleCnt="22"/>
      <dgm:spPr/>
      <dgm:t>
        <a:bodyPr/>
        <a:lstStyle/>
        <a:p>
          <a:endParaRPr lang="en-IN"/>
        </a:p>
      </dgm:t>
    </dgm:pt>
    <dgm:pt modelId="{2EBA0173-F92F-4790-B9E9-8A2DF15B3A63}" type="pres">
      <dgm:prSet presAssocID="{2A883FF2-D200-42CC-9EE8-F3B5319C23B7}" presName="hierRoot2" presStyleCnt="0">
        <dgm:presLayoutVars>
          <dgm:hierBranch val="init"/>
        </dgm:presLayoutVars>
      </dgm:prSet>
      <dgm:spPr/>
    </dgm:pt>
    <dgm:pt modelId="{A70550CC-3A19-48AC-8AB2-0E0C8E771561}" type="pres">
      <dgm:prSet presAssocID="{2A883FF2-D200-42CC-9EE8-F3B5319C23B7}" presName="rootComposite" presStyleCnt="0"/>
      <dgm:spPr/>
    </dgm:pt>
    <dgm:pt modelId="{5E795B2F-2DC5-46D7-B18D-CADC983792C9}" type="pres">
      <dgm:prSet presAssocID="{2A883FF2-D200-42CC-9EE8-F3B5319C23B7}" presName="rootText" presStyleLbl="node3" presStyleIdx="11" presStyleCnt="22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223CB4EB-03E5-472A-A5E8-0ABC860E7FFC}" type="pres">
      <dgm:prSet presAssocID="{2A883FF2-D200-42CC-9EE8-F3B5319C23B7}" presName="rootConnector" presStyleLbl="node3" presStyleIdx="11" presStyleCnt="22"/>
      <dgm:spPr/>
      <dgm:t>
        <a:bodyPr/>
        <a:lstStyle/>
        <a:p>
          <a:endParaRPr lang="en-IN"/>
        </a:p>
      </dgm:t>
    </dgm:pt>
    <dgm:pt modelId="{95E7B14B-2DE9-4234-9718-6BD70714D916}" type="pres">
      <dgm:prSet presAssocID="{2A883FF2-D200-42CC-9EE8-F3B5319C23B7}" presName="hierChild4" presStyleCnt="0"/>
      <dgm:spPr/>
    </dgm:pt>
    <dgm:pt modelId="{2EAADBB8-C9A4-4210-AE0D-E93AAE2A7938}" type="pres">
      <dgm:prSet presAssocID="{7C34B6DF-3F1E-4AF0-A633-BA987B915B82}" presName="Name37" presStyleLbl="parChTrans1D4" presStyleIdx="23" presStyleCnt="26"/>
      <dgm:spPr/>
      <dgm:t>
        <a:bodyPr/>
        <a:lstStyle/>
        <a:p>
          <a:endParaRPr lang="en-IN"/>
        </a:p>
      </dgm:t>
    </dgm:pt>
    <dgm:pt modelId="{6EB88060-72AE-4E9F-BFE5-50F57E407830}" type="pres">
      <dgm:prSet presAssocID="{044E20C2-4BC7-42CA-880F-8A493B0FF82E}" presName="hierRoot2" presStyleCnt="0">
        <dgm:presLayoutVars>
          <dgm:hierBranch val="init"/>
        </dgm:presLayoutVars>
      </dgm:prSet>
      <dgm:spPr/>
    </dgm:pt>
    <dgm:pt modelId="{2835FA7C-84E8-4386-983F-E9D1E9578C72}" type="pres">
      <dgm:prSet presAssocID="{044E20C2-4BC7-42CA-880F-8A493B0FF82E}" presName="rootComposite" presStyleCnt="0"/>
      <dgm:spPr/>
    </dgm:pt>
    <dgm:pt modelId="{7262A7B0-3A10-457D-B6E1-A577EAC08953}" type="pres">
      <dgm:prSet presAssocID="{044E20C2-4BC7-42CA-880F-8A493B0FF82E}" presName="rootText" presStyleLbl="node4" presStyleIdx="23" presStyleCnt="26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32B30DC3-F8D6-4897-9E87-73B87CEF0700}" type="pres">
      <dgm:prSet presAssocID="{044E20C2-4BC7-42CA-880F-8A493B0FF82E}" presName="rootConnector" presStyleLbl="node4" presStyleIdx="23" presStyleCnt="26"/>
      <dgm:spPr/>
      <dgm:t>
        <a:bodyPr/>
        <a:lstStyle/>
        <a:p>
          <a:endParaRPr lang="en-IN"/>
        </a:p>
      </dgm:t>
    </dgm:pt>
    <dgm:pt modelId="{58014570-23F6-4E62-8E13-B3E76E4DF396}" type="pres">
      <dgm:prSet presAssocID="{044E20C2-4BC7-42CA-880F-8A493B0FF82E}" presName="hierChild4" presStyleCnt="0"/>
      <dgm:spPr/>
    </dgm:pt>
    <dgm:pt modelId="{65360555-5285-4499-AA8C-35EC13368CFD}" type="pres">
      <dgm:prSet presAssocID="{044E20C2-4BC7-42CA-880F-8A493B0FF82E}" presName="hierChild5" presStyleCnt="0"/>
      <dgm:spPr/>
    </dgm:pt>
    <dgm:pt modelId="{2A5271EA-0CD2-43C2-90DA-BF69B87621E6}" type="pres">
      <dgm:prSet presAssocID="{64ADA438-FC61-4206-9E8B-401EE89291A0}" presName="Name37" presStyleLbl="parChTrans1D4" presStyleIdx="24" presStyleCnt="26"/>
      <dgm:spPr/>
      <dgm:t>
        <a:bodyPr/>
        <a:lstStyle/>
        <a:p>
          <a:endParaRPr lang="en-IN"/>
        </a:p>
      </dgm:t>
    </dgm:pt>
    <dgm:pt modelId="{75EDCE27-C4E0-46E8-AFCE-72A5932B6042}" type="pres">
      <dgm:prSet presAssocID="{1D454B85-DEBB-43BA-AE44-43E82E45B9F9}" presName="hierRoot2" presStyleCnt="0">
        <dgm:presLayoutVars>
          <dgm:hierBranch val="init"/>
        </dgm:presLayoutVars>
      </dgm:prSet>
      <dgm:spPr/>
    </dgm:pt>
    <dgm:pt modelId="{8044A2E8-EC1F-4752-A89F-5E34189EDC92}" type="pres">
      <dgm:prSet presAssocID="{1D454B85-DEBB-43BA-AE44-43E82E45B9F9}" presName="rootComposite" presStyleCnt="0"/>
      <dgm:spPr/>
    </dgm:pt>
    <dgm:pt modelId="{3BC6EEFB-FDA9-416A-95E6-3442EAB7D3AF}" type="pres">
      <dgm:prSet presAssocID="{1D454B85-DEBB-43BA-AE44-43E82E45B9F9}" presName="rootText" presStyleLbl="node4" presStyleIdx="24" presStyleCnt="26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E2273D99-C55E-42B7-ACC9-2497FB6493EF}" type="pres">
      <dgm:prSet presAssocID="{1D454B85-DEBB-43BA-AE44-43E82E45B9F9}" presName="rootConnector" presStyleLbl="node4" presStyleIdx="24" presStyleCnt="26"/>
      <dgm:spPr/>
      <dgm:t>
        <a:bodyPr/>
        <a:lstStyle/>
        <a:p>
          <a:endParaRPr lang="en-IN"/>
        </a:p>
      </dgm:t>
    </dgm:pt>
    <dgm:pt modelId="{40151989-E7CE-44E8-B101-2A46AA0F5F60}" type="pres">
      <dgm:prSet presAssocID="{1D454B85-DEBB-43BA-AE44-43E82E45B9F9}" presName="hierChild4" presStyleCnt="0"/>
      <dgm:spPr/>
    </dgm:pt>
    <dgm:pt modelId="{7A51527E-8898-4535-AC7B-446BABBF2A16}" type="pres">
      <dgm:prSet presAssocID="{1D454B85-DEBB-43BA-AE44-43E82E45B9F9}" presName="hierChild5" presStyleCnt="0"/>
      <dgm:spPr/>
    </dgm:pt>
    <dgm:pt modelId="{247FAFFD-D63B-4D00-9E94-6BED2F7D2A93}" type="pres">
      <dgm:prSet presAssocID="{82462721-4EFE-4474-8F19-5F4CEB432996}" presName="Name37" presStyleLbl="parChTrans1D4" presStyleIdx="25" presStyleCnt="26"/>
      <dgm:spPr/>
      <dgm:t>
        <a:bodyPr/>
        <a:lstStyle/>
        <a:p>
          <a:endParaRPr lang="en-IN"/>
        </a:p>
      </dgm:t>
    </dgm:pt>
    <dgm:pt modelId="{E5926BAA-C636-41A5-914C-419597275EC1}" type="pres">
      <dgm:prSet presAssocID="{7EF50816-2B58-4E17-8323-00B193543A21}" presName="hierRoot2" presStyleCnt="0">
        <dgm:presLayoutVars>
          <dgm:hierBranch val="init"/>
        </dgm:presLayoutVars>
      </dgm:prSet>
      <dgm:spPr/>
    </dgm:pt>
    <dgm:pt modelId="{956B3B73-F9AE-4F9B-8633-31981CE444E9}" type="pres">
      <dgm:prSet presAssocID="{7EF50816-2B58-4E17-8323-00B193543A21}" presName="rootComposite" presStyleCnt="0"/>
      <dgm:spPr/>
    </dgm:pt>
    <dgm:pt modelId="{8DC63504-3DCC-47F1-85A4-6018EDC93E6D}" type="pres">
      <dgm:prSet presAssocID="{7EF50816-2B58-4E17-8323-00B193543A21}" presName="rootText" presStyleLbl="node4" presStyleIdx="25" presStyleCnt="26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75AF7122-882C-4A6B-AD8C-BD324FA3D535}" type="pres">
      <dgm:prSet presAssocID="{7EF50816-2B58-4E17-8323-00B193543A21}" presName="rootConnector" presStyleLbl="node4" presStyleIdx="25" presStyleCnt="26"/>
      <dgm:spPr/>
      <dgm:t>
        <a:bodyPr/>
        <a:lstStyle/>
        <a:p>
          <a:endParaRPr lang="en-IN"/>
        </a:p>
      </dgm:t>
    </dgm:pt>
    <dgm:pt modelId="{A11800F9-0226-4538-9413-45A7DEA813CB}" type="pres">
      <dgm:prSet presAssocID="{7EF50816-2B58-4E17-8323-00B193543A21}" presName="hierChild4" presStyleCnt="0"/>
      <dgm:spPr/>
    </dgm:pt>
    <dgm:pt modelId="{EF5C6335-6144-47FF-8CE8-C1E553F35B43}" type="pres">
      <dgm:prSet presAssocID="{7EF50816-2B58-4E17-8323-00B193543A21}" presName="hierChild5" presStyleCnt="0"/>
      <dgm:spPr/>
    </dgm:pt>
    <dgm:pt modelId="{E70D7EEE-3F16-4379-920E-D555B3CEE648}" type="pres">
      <dgm:prSet presAssocID="{2A883FF2-D200-42CC-9EE8-F3B5319C23B7}" presName="hierChild5" presStyleCnt="0"/>
      <dgm:spPr/>
    </dgm:pt>
    <dgm:pt modelId="{7CF1299D-456F-41F1-8CF3-C438B4F4D703}" type="pres">
      <dgm:prSet presAssocID="{B65BF1D9-2081-46F3-A06F-03C806DE6747}" presName="hierChild5" presStyleCnt="0"/>
      <dgm:spPr/>
    </dgm:pt>
    <dgm:pt modelId="{316CA5C2-DA39-439D-A2FE-4EE056E527E5}" type="pres">
      <dgm:prSet presAssocID="{066B135B-D747-40F7-B3A0-943F9B4F1CFA}" presName="Name37" presStyleLbl="parChTrans1D2" presStyleIdx="4" presStyleCnt="7"/>
      <dgm:spPr/>
      <dgm:t>
        <a:bodyPr/>
        <a:lstStyle/>
        <a:p>
          <a:endParaRPr lang="en-IN"/>
        </a:p>
      </dgm:t>
    </dgm:pt>
    <dgm:pt modelId="{7F246DA3-68A7-4772-A859-92D6844F61DF}" type="pres">
      <dgm:prSet presAssocID="{8D7FD480-E28D-4BA3-A312-5AE2504AF705}" presName="hierRoot2" presStyleCnt="0">
        <dgm:presLayoutVars>
          <dgm:hierBranch val="init"/>
        </dgm:presLayoutVars>
      </dgm:prSet>
      <dgm:spPr/>
    </dgm:pt>
    <dgm:pt modelId="{689A9D31-537A-4261-94DC-243768A06FF7}" type="pres">
      <dgm:prSet presAssocID="{8D7FD480-E28D-4BA3-A312-5AE2504AF705}" presName="rootComposite" presStyleCnt="0"/>
      <dgm:spPr/>
    </dgm:pt>
    <dgm:pt modelId="{5B89589A-3326-4A05-96A8-E988578C54CD}" type="pres">
      <dgm:prSet presAssocID="{8D7FD480-E28D-4BA3-A312-5AE2504AF705}" presName="rootText" presStyleLbl="node2" presStyleIdx="4" presStyleCnt="7" custScaleX="122431" custScaleY="140784" custLinFactNeighborX="-19763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C5575CEB-FEF3-49F9-BF2E-64BA75EFE9B7}" type="pres">
      <dgm:prSet presAssocID="{8D7FD480-E28D-4BA3-A312-5AE2504AF705}" presName="rootConnector" presStyleLbl="node2" presStyleIdx="4" presStyleCnt="7"/>
      <dgm:spPr/>
      <dgm:t>
        <a:bodyPr/>
        <a:lstStyle/>
        <a:p>
          <a:endParaRPr lang="en-IN"/>
        </a:p>
      </dgm:t>
    </dgm:pt>
    <dgm:pt modelId="{E7C6AD54-8EF1-4BEC-960D-8F0A7B682D9B}" type="pres">
      <dgm:prSet presAssocID="{8D7FD480-E28D-4BA3-A312-5AE2504AF705}" presName="hierChild4" presStyleCnt="0"/>
      <dgm:spPr/>
    </dgm:pt>
    <dgm:pt modelId="{C0F301FA-D51E-4F0F-A6E6-417BAE580B84}" type="pres">
      <dgm:prSet presAssocID="{E83F6D9F-C5D9-4B7D-8A65-C99173A1779D}" presName="Name37" presStyleLbl="parChTrans1D3" presStyleIdx="12" presStyleCnt="22"/>
      <dgm:spPr/>
      <dgm:t>
        <a:bodyPr/>
        <a:lstStyle/>
        <a:p>
          <a:endParaRPr lang="en-IN"/>
        </a:p>
      </dgm:t>
    </dgm:pt>
    <dgm:pt modelId="{3DFC78A7-434D-489C-ACDF-242E32E53F0B}" type="pres">
      <dgm:prSet presAssocID="{1D3C732A-9989-4CBE-B162-3C87B1DB1578}" presName="hierRoot2" presStyleCnt="0">
        <dgm:presLayoutVars>
          <dgm:hierBranch val="init"/>
        </dgm:presLayoutVars>
      </dgm:prSet>
      <dgm:spPr/>
    </dgm:pt>
    <dgm:pt modelId="{C3409C49-F4E1-4FF2-961B-F7C4D43F9F7F}" type="pres">
      <dgm:prSet presAssocID="{1D3C732A-9989-4CBE-B162-3C87B1DB1578}" presName="rootComposite" presStyleCnt="0"/>
      <dgm:spPr/>
    </dgm:pt>
    <dgm:pt modelId="{CF57802C-59F1-40A6-B4B6-0CB3CC2793E5}" type="pres">
      <dgm:prSet presAssocID="{1D3C732A-9989-4CBE-B162-3C87B1DB1578}" presName="rootText" presStyleLbl="node3" presStyleIdx="12" presStyleCnt="22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966738BB-285A-4BA8-85DB-F36052B90B79}" type="pres">
      <dgm:prSet presAssocID="{1D3C732A-9989-4CBE-B162-3C87B1DB1578}" presName="rootConnector" presStyleLbl="node3" presStyleIdx="12" presStyleCnt="22"/>
      <dgm:spPr/>
      <dgm:t>
        <a:bodyPr/>
        <a:lstStyle/>
        <a:p>
          <a:endParaRPr lang="en-IN"/>
        </a:p>
      </dgm:t>
    </dgm:pt>
    <dgm:pt modelId="{E25D6C2B-847E-41F5-9B91-A06DFF5DA568}" type="pres">
      <dgm:prSet presAssocID="{1D3C732A-9989-4CBE-B162-3C87B1DB1578}" presName="hierChild4" presStyleCnt="0"/>
      <dgm:spPr/>
    </dgm:pt>
    <dgm:pt modelId="{3AC616B6-C62C-4BD9-B701-E4CF0D544F64}" type="pres">
      <dgm:prSet presAssocID="{1D3C732A-9989-4CBE-B162-3C87B1DB1578}" presName="hierChild5" presStyleCnt="0"/>
      <dgm:spPr/>
    </dgm:pt>
    <dgm:pt modelId="{7D326A84-C512-4430-AB03-87B3C3C90242}" type="pres">
      <dgm:prSet presAssocID="{36BD66CC-337A-4B85-9D4D-9282CA545D5F}" presName="Name37" presStyleLbl="parChTrans1D3" presStyleIdx="13" presStyleCnt="22"/>
      <dgm:spPr/>
      <dgm:t>
        <a:bodyPr/>
        <a:lstStyle/>
        <a:p>
          <a:endParaRPr lang="en-IN"/>
        </a:p>
      </dgm:t>
    </dgm:pt>
    <dgm:pt modelId="{009B35FD-E616-4A53-86C7-3F9C67E3D3A4}" type="pres">
      <dgm:prSet presAssocID="{5985969D-696E-43F2-9E92-1EB373E4895B}" presName="hierRoot2" presStyleCnt="0">
        <dgm:presLayoutVars>
          <dgm:hierBranch val="init"/>
        </dgm:presLayoutVars>
      </dgm:prSet>
      <dgm:spPr/>
    </dgm:pt>
    <dgm:pt modelId="{33ADBAD4-1B31-4B6C-9910-AAEAC168E9F6}" type="pres">
      <dgm:prSet presAssocID="{5985969D-696E-43F2-9E92-1EB373E4895B}" presName="rootComposite" presStyleCnt="0"/>
      <dgm:spPr/>
    </dgm:pt>
    <dgm:pt modelId="{48A1B140-0C3E-40BB-8595-31A7616A33F8}" type="pres">
      <dgm:prSet presAssocID="{5985969D-696E-43F2-9E92-1EB373E4895B}" presName="rootText" presStyleLbl="node3" presStyleIdx="13" presStyleCnt="22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43DFB873-5A41-4E70-A786-4413553B86D5}" type="pres">
      <dgm:prSet presAssocID="{5985969D-696E-43F2-9E92-1EB373E4895B}" presName="rootConnector" presStyleLbl="node3" presStyleIdx="13" presStyleCnt="22"/>
      <dgm:spPr/>
      <dgm:t>
        <a:bodyPr/>
        <a:lstStyle/>
        <a:p>
          <a:endParaRPr lang="en-IN"/>
        </a:p>
      </dgm:t>
    </dgm:pt>
    <dgm:pt modelId="{87B39BF0-10BE-4BA4-BA1E-ECCA85CEB55A}" type="pres">
      <dgm:prSet presAssocID="{5985969D-696E-43F2-9E92-1EB373E4895B}" presName="hierChild4" presStyleCnt="0"/>
      <dgm:spPr/>
    </dgm:pt>
    <dgm:pt modelId="{35748EE7-6984-466A-B2BE-B60D5B4EFF97}" type="pres">
      <dgm:prSet presAssocID="{5985969D-696E-43F2-9E92-1EB373E4895B}" presName="hierChild5" presStyleCnt="0"/>
      <dgm:spPr/>
    </dgm:pt>
    <dgm:pt modelId="{E26E94DE-8D43-44EF-B715-B424C283F2A2}" type="pres">
      <dgm:prSet presAssocID="{46B72DC6-D7F4-4A1B-9500-C25738DF3A4D}" presName="Name37" presStyleLbl="parChTrans1D3" presStyleIdx="14" presStyleCnt="22"/>
      <dgm:spPr/>
      <dgm:t>
        <a:bodyPr/>
        <a:lstStyle/>
        <a:p>
          <a:endParaRPr lang="en-IN"/>
        </a:p>
      </dgm:t>
    </dgm:pt>
    <dgm:pt modelId="{18B63B91-B4E6-438B-BB7C-EB9CD7C5D575}" type="pres">
      <dgm:prSet presAssocID="{22A79E59-CA9F-4A19-B63B-9C7BD13BE489}" presName="hierRoot2" presStyleCnt="0">
        <dgm:presLayoutVars>
          <dgm:hierBranch val="init"/>
        </dgm:presLayoutVars>
      </dgm:prSet>
      <dgm:spPr/>
    </dgm:pt>
    <dgm:pt modelId="{B89C8235-C7BB-4E5E-AC74-83D4157FFCC9}" type="pres">
      <dgm:prSet presAssocID="{22A79E59-CA9F-4A19-B63B-9C7BD13BE489}" presName="rootComposite" presStyleCnt="0"/>
      <dgm:spPr/>
    </dgm:pt>
    <dgm:pt modelId="{3B139BE8-806F-401F-9BCD-350001627645}" type="pres">
      <dgm:prSet presAssocID="{22A79E59-CA9F-4A19-B63B-9C7BD13BE489}" presName="rootText" presStyleLbl="node3" presStyleIdx="14" presStyleCnt="22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F6A6A8F8-C6CB-4C3D-BFE6-D329ACD5D967}" type="pres">
      <dgm:prSet presAssocID="{22A79E59-CA9F-4A19-B63B-9C7BD13BE489}" presName="rootConnector" presStyleLbl="node3" presStyleIdx="14" presStyleCnt="22"/>
      <dgm:spPr/>
      <dgm:t>
        <a:bodyPr/>
        <a:lstStyle/>
        <a:p>
          <a:endParaRPr lang="en-IN"/>
        </a:p>
      </dgm:t>
    </dgm:pt>
    <dgm:pt modelId="{7684CCDC-7F3C-42D5-855F-4DACCE116448}" type="pres">
      <dgm:prSet presAssocID="{22A79E59-CA9F-4A19-B63B-9C7BD13BE489}" presName="hierChild4" presStyleCnt="0"/>
      <dgm:spPr/>
    </dgm:pt>
    <dgm:pt modelId="{445F007F-A9AA-4EB5-B338-D51BE9A82D79}" type="pres">
      <dgm:prSet presAssocID="{22A79E59-CA9F-4A19-B63B-9C7BD13BE489}" presName="hierChild5" presStyleCnt="0"/>
      <dgm:spPr/>
    </dgm:pt>
    <dgm:pt modelId="{0889FBDF-A8F9-4368-9617-57AD08611612}" type="pres">
      <dgm:prSet presAssocID="{8D7FD480-E28D-4BA3-A312-5AE2504AF705}" presName="hierChild5" presStyleCnt="0"/>
      <dgm:spPr/>
    </dgm:pt>
    <dgm:pt modelId="{774C2E4B-2A4E-490D-82DF-5DE7D0896CCC}" type="pres">
      <dgm:prSet presAssocID="{5260B0D6-05A6-44D5-8A44-9300E294AD83}" presName="Name37" presStyleLbl="parChTrans1D2" presStyleIdx="5" presStyleCnt="7"/>
      <dgm:spPr/>
      <dgm:t>
        <a:bodyPr/>
        <a:lstStyle/>
        <a:p>
          <a:endParaRPr lang="en-IN"/>
        </a:p>
      </dgm:t>
    </dgm:pt>
    <dgm:pt modelId="{BC0F9460-ACB5-49DE-AF4A-E3AC0B5392AA}" type="pres">
      <dgm:prSet presAssocID="{25E52169-9479-4FF8-A606-96024E0B0B05}" presName="hierRoot2" presStyleCnt="0">
        <dgm:presLayoutVars>
          <dgm:hierBranch val="init"/>
        </dgm:presLayoutVars>
      </dgm:prSet>
      <dgm:spPr/>
    </dgm:pt>
    <dgm:pt modelId="{EA3BA213-3FDB-43B8-ABAA-F3B8C0547AE9}" type="pres">
      <dgm:prSet presAssocID="{25E52169-9479-4FF8-A606-96024E0B0B05}" presName="rootComposite" presStyleCnt="0"/>
      <dgm:spPr/>
    </dgm:pt>
    <dgm:pt modelId="{1AAD1F5D-08FC-41BF-A080-284A0BE069FE}" type="pres">
      <dgm:prSet presAssocID="{25E52169-9479-4FF8-A606-96024E0B0B05}" presName="rootText" presStyleLbl="node2" presStyleIdx="5" presStyleCnt="7" custScaleX="138968" custScaleY="151086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6D1853D0-EDA2-46E7-AC77-334F6F341BD5}" type="pres">
      <dgm:prSet presAssocID="{25E52169-9479-4FF8-A606-96024E0B0B05}" presName="rootConnector" presStyleLbl="node2" presStyleIdx="5" presStyleCnt="7"/>
      <dgm:spPr/>
      <dgm:t>
        <a:bodyPr/>
        <a:lstStyle/>
        <a:p>
          <a:endParaRPr lang="en-IN"/>
        </a:p>
      </dgm:t>
    </dgm:pt>
    <dgm:pt modelId="{7F8463F7-0AE1-47F4-96D1-2B2FF82BDAA4}" type="pres">
      <dgm:prSet presAssocID="{25E52169-9479-4FF8-A606-96024E0B0B05}" presName="hierChild4" presStyleCnt="0"/>
      <dgm:spPr/>
    </dgm:pt>
    <dgm:pt modelId="{4A3A4162-F12F-4B7E-A490-7D0AC040B577}" type="pres">
      <dgm:prSet presAssocID="{E88C7106-DA0E-4501-AE2A-2E7FC40E7221}" presName="Name37" presStyleLbl="parChTrans1D3" presStyleIdx="15" presStyleCnt="22"/>
      <dgm:spPr/>
      <dgm:t>
        <a:bodyPr/>
        <a:lstStyle/>
        <a:p>
          <a:endParaRPr lang="en-IN"/>
        </a:p>
      </dgm:t>
    </dgm:pt>
    <dgm:pt modelId="{222AA1D7-0542-4DBA-A978-17853F5954B6}" type="pres">
      <dgm:prSet presAssocID="{B470058F-60EE-4F3C-AD2C-7863DA07BA4E}" presName="hierRoot2" presStyleCnt="0">
        <dgm:presLayoutVars>
          <dgm:hierBranch val="init"/>
        </dgm:presLayoutVars>
      </dgm:prSet>
      <dgm:spPr/>
    </dgm:pt>
    <dgm:pt modelId="{ABC9A432-A3F7-44A8-82A1-D00025B58DCC}" type="pres">
      <dgm:prSet presAssocID="{B470058F-60EE-4F3C-AD2C-7863DA07BA4E}" presName="rootComposite" presStyleCnt="0"/>
      <dgm:spPr/>
    </dgm:pt>
    <dgm:pt modelId="{0984D350-2D03-4440-955B-E5F9E2495FBD}" type="pres">
      <dgm:prSet presAssocID="{B470058F-60EE-4F3C-AD2C-7863DA07BA4E}" presName="rootText" presStyleLbl="node3" presStyleIdx="15" presStyleCnt="22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8E0DAF6D-B6FE-4E42-A822-AC9C0103E65F}" type="pres">
      <dgm:prSet presAssocID="{B470058F-60EE-4F3C-AD2C-7863DA07BA4E}" presName="rootConnector" presStyleLbl="node3" presStyleIdx="15" presStyleCnt="22"/>
      <dgm:spPr/>
      <dgm:t>
        <a:bodyPr/>
        <a:lstStyle/>
        <a:p>
          <a:endParaRPr lang="en-IN"/>
        </a:p>
      </dgm:t>
    </dgm:pt>
    <dgm:pt modelId="{6546476B-290A-42C9-BF39-7F41F10081E1}" type="pres">
      <dgm:prSet presAssocID="{B470058F-60EE-4F3C-AD2C-7863DA07BA4E}" presName="hierChild4" presStyleCnt="0"/>
      <dgm:spPr/>
    </dgm:pt>
    <dgm:pt modelId="{850D5271-11BD-4AA8-AEB5-DBEC6829D1AF}" type="pres">
      <dgm:prSet presAssocID="{B470058F-60EE-4F3C-AD2C-7863DA07BA4E}" presName="hierChild5" presStyleCnt="0"/>
      <dgm:spPr/>
    </dgm:pt>
    <dgm:pt modelId="{BA9B732B-AED2-4516-8851-9E5FF72C72DA}" type="pres">
      <dgm:prSet presAssocID="{6D35D7D8-7EF8-4C7F-B422-F100D957EE04}" presName="Name37" presStyleLbl="parChTrans1D3" presStyleIdx="16" presStyleCnt="22"/>
      <dgm:spPr/>
      <dgm:t>
        <a:bodyPr/>
        <a:lstStyle/>
        <a:p>
          <a:endParaRPr lang="en-IN"/>
        </a:p>
      </dgm:t>
    </dgm:pt>
    <dgm:pt modelId="{DD66D3D3-2F03-4BE7-9A74-6F57C0120210}" type="pres">
      <dgm:prSet presAssocID="{BCECBA21-B7D1-48CB-9841-C105BBB29C0B}" presName="hierRoot2" presStyleCnt="0">
        <dgm:presLayoutVars>
          <dgm:hierBranch val="init"/>
        </dgm:presLayoutVars>
      </dgm:prSet>
      <dgm:spPr/>
    </dgm:pt>
    <dgm:pt modelId="{8F14C0AE-9302-4D79-8E4F-4FA9CB5782F6}" type="pres">
      <dgm:prSet presAssocID="{BCECBA21-B7D1-48CB-9841-C105BBB29C0B}" presName="rootComposite" presStyleCnt="0"/>
      <dgm:spPr/>
    </dgm:pt>
    <dgm:pt modelId="{B0DCDBF4-9746-4DB3-A2A9-6C1FBA1659FF}" type="pres">
      <dgm:prSet presAssocID="{BCECBA21-B7D1-48CB-9841-C105BBB29C0B}" presName="rootText" presStyleLbl="node3" presStyleIdx="16" presStyleCnt="22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93EE260C-323E-4F63-8F0C-4903F826474B}" type="pres">
      <dgm:prSet presAssocID="{BCECBA21-B7D1-48CB-9841-C105BBB29C0B}" presName="rootConnector" presStyleLbl="node3" presStyleIdx="16" presStyleCnt="22"/>
      <dgm:spPr/>
      <dgm:t>
        <a:bodyPr/>
        <a:lstStyle/>
        <a:p>
          <a:endParaRPr lang="en-IN"/>
        </a:p>
      </dgm:t>
    </dgm:pt>
    <dgm:pt modelId="{39248584-7CA7-476F-8C64-400031F18B91}" type="pres">
      <dgm:prSet presAssocID="{BCECBA21-B7D1-48CB-9841-C105BBB29C0B}" presName="hierChild4" presStyleCnt="0"/>
      <dgm:spPr/>
    </dgm:pt>
    <dgm:pt modelId="{55B2DC71-BCD7-420F-82F6-340C9ACDBE4D}" type="pres">
      <dgm:prSet presAssocID="{BCECBA21-B7D1-48CB-9841-C105BBB29C0B}" presName="hierChild5" presStyleCnt="0"/>
      <dgm:spPr/>
    </dgm:pt>
    <dgm:pt modelId="{F0498730-65D2-4B32-BEA7-0BCF75F80D9A}" type="pres">
      <dgm:prSet presAssocID="{25E52169-9479-4FF8-A606-96024E0B0B05}" presName="hierChild5" presStyleCnt="0"/>
      <dgm:spPr/>
    </dgm:pt>
    <dgm:pt modelId="{8A47608E-41A5-401D-8E12-39B41ED91C56}" type="pres">
      <dgm:prSet presAssocID="{49406674-68DF-451C-B619-937CE480D6BB}" presName="Name37" presStyleLbl="parChTrans1D2" presStyleIdx="6" presStyleCnt="7"/>
      <dgm:spPr/>
      <dgm:t>
        <a:bodyPr/>
        <a:lstStyle/>
        <a:p>
          <a:endParaRPr lang="en-IN"/>
        </a:p>
      </dgm:t>
    </dgm:pt>
    <dgm:pt modelId="{DFB8D5D4-BFEC-4DCF-8FF4-60AD5B928DD0}" type="pres">
      <dgm:prSet presAssocID="{178632EF-1D5D-47D4-8522-E50BAD88BC8C}" presName="hierRoot2" presStyleCnt="0">
        <dgm:presLayoutVars>
          <dgm:hierBranch val="init"/>
        </dgm:presLayoutVars>
      </dgm:prSet>
      <dgm:spPr/>
    </dgm:pt>
    <dgm:pt modelId="{C79AFE29-F1D6-4540-A81E-BA19371EADBD}" type="pres">
      <dgm:prSet presAssocID="{178632EF-1D5D-47D4-8522-E50BAD88BC8C}" presName="rootComposite" presStyleCnt="0"/>
      <dgm:spPr/>
    </dgm:pt>
    <dgm:pt modelId="{92E2AED4-5AA8-4B72-9B43-63FE41B40327}" type="pres">
      <dgm:prSet presAssocID="{178632EF-1D5D-47D4-8522-E50BAD88BC8C}" presName="rootText" presStyleLbl="node2" presStyleIdx="6" presStyleCnt="7" custScaleX="179966" custScaleY="150818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7C89CB58-54C6-4D69-975D-2AB4C065AE63}" type="pres">
      <dgm:prSet presAssocID="{178632EF-1D5D-47D4-8522-E50BAD88BC8C}" presName="rootConnector" presStyleLbl="node2" presStyleIdx="6" presStyleCnt="7"/>
      <dgm:spPr/>
      <dgm:t>
        <a:bodyPr/>
        <a:lstStyle/>
        <a:p>
          <a:endParaRPr lang="en-IN"/>
        </a:p>
      </dgm:t>
    </dgm:pt>
    <dgm:pt modelId="{B0A624F8-01B9-40E0-8173-9CB37322529E}" type="pres">
      <dgm:prSet presAssocID="{178632EF-1D5D-47D4-8522-E50BAD88BC8C}" presName="hierChild4" presStyleCnt="0"/>
      <dgm:spPr/>
    </dgm:pt>
    <dgm:pt modelId="{57F3CC15-7EED-4D97-A178-B49132F3D1B2}" type="pres">
      <dgm:prSet presAssocID="{C9874DCE-2817-4BF1-9530-4EDDFB4B8C99}" presName="Name37" presStyleLbl="parChTrans1D3" presStyleIdx="17" presStyleCnt="22"/>
      <dgm:spPr/>
      <dgm:t>
        <a:bodyPr/>
        <a:lstStyle/>
        <a:p>
          <a:endParaRPr lang="en-IN"/>
        </a:p>
      </dgm:t>
    </dgm:pt>
    <dgm:pt modelId="{166B677C-E1DB-4A63-ABC5-09469D8F66AB}" type="pres">
      <dgm:prSet presAssocID="{DFA6BA93-D61D-4170-B2B3-D18F9C6D4133}" presName="hierRoot2" presStyleCnt="0">
        <dgm:presLayoutVars>
          <dgm:hierBranch val="init"/>
        </dgm:presLayoutVars>
      </dgm:prSet>
      <dgm:spPr/>
    </dgm:pt>
    <dgm:pt modelId="{8F5AD7EB-C908-46DD-80D9-589CF782A371}" type="pres">
      <dgm:prSet presAssocID="{DFA6BA93-D61D-4170-B2B3-D18F9C6D4133}" presName="rootComposite" presStyleCnt="0"/>
      <dgm:spPr/>
    </dgm:pt>
    <dgm:pt modelId="{34A17C56-E589-487E-9F18-3738776D47E5}" type="pres">
      <dgm:prSet presAssocID="{DFA6BA93-D61D-4170-B2B3-D18F9C6D4133}" presName="rootText" presStyleLbl="node3" presStyleIdx="17" presStyleCnt="22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539B9E81-C025-48EB-A72F-DD63119CE1FA}" type="pres">
      <dgm:prSet presAssocID="{DFA6BA93-D61D-4170-B2B3-D18F9C6D4133}" presName="rootConnector" presStyleLbl="node3" presStyleIdx="17" presStyleCnt="22"/>
      <dgm:spPr/>
      <dgm:t>
        <a:bodyPr/>
        <a:lstStyle/>
        <a:p>
          <a:endParaRPr lang="en-IN"/>
        </a:p>
      </dgm:t>
    </dgm:pt>
    <dgm:pt modelId="{936813FC-564D-4B14-BFD4-43F0DA2CDCE1}" type="pres">
      <dgm:prSet presAssocID="{DFA6BA93-D61D-4170-B2B3-D18F9C6D4133}" presName="hierChild4" presStyleCnt="0"/>
      <dgm:spPr/>
    </dgm:pt>
    <dgm:pt modelId="{FD2B251A-9FAB-4A9C-BBA0-6D9E020D08C7}" type="pres">
      <dgm:prSet presAssocID="{DFA6BA93-D61D-4170-B2B3-D18F9C6D4133}" presName="hierChild5" presStyleCnt="0"/>
      <dgm:spPr/>
    </dgm:pt>
    <dgm:pt modelId="{E50D8674-869A-4749-B531-0832197CBAA6}" type="pres">
      <dgm:prSet presAssocID="{C1B3811B-5D2D-4C94-9849-CB7AEF3978C0}" presName="Name37" presStyleLbl="parChTrans1D3" presStyleIdx="18" presStyleCnt="22"/>
      <dgm:spPr/>
      <dgm:t>
        <a:bodyPr/>
        <a:lstStyle/>
        <a:p>
          <a:endParaRPr lang="en-IN"/>
        </a:p>
      </dgm:t>
    </dgm:pt>
    <dgm:pt modelId="{510F99D6-89AF-4AB5-BD6F-BE87D5A59F41}" type="pres">
      <dgm:prSet presAssocID="{A37922AD-8D3D-4DD2-8A32-BFAD633EE508}" presName="hierRoot2" presStyleCnt="0">
        <dgm:presLayoutVars>
          <dgm:hierBranch val="init"/>
        </dgm:presLayoutVars>
      </dgm:prSet>
      <dgm:spPr/>
    </dgm:pt>
    <dgm:pt modelId="{49E119E1-82E7-4DFB-965C-843B78D2C802}" type="pres">
      <dgm:prSet presAssocID="{A37922AD-8D3D-4DD2-8A32-BFAD633EE508}" presName="rootComposite" presStyleCnt="0"/>
      <dgm:spPr/>
    </dgm:pt>
    <dgm:pt modelId="{A7FD07B5-DCB4-4BF5-86C7-36E25564C086}" type="pres">
      <dgm:prSet presAssocID="{A37922AD-8D3D-4DD2-8A32-BFAD633EE508}" presName="rootText" presStyleLbl="node3" presStyleIdx="18" presStyleCnt="22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62940B93-B688-4BD3-9D68-0F526644ACA1}" type="pres">
      <dgm:prSet presAssocID="{A37922AD-8D3D-4DD2-8A32-BFAD633EE508}" presName="rootConnector" presStyleLbl="node3" presStyleIdx="18" presStyleCnt="22"/>
      <dgm:spPr/>
      <dgm:t>
        <a:bodyPr/>
        <a:lstStyle/>
        <a:p>
          <a:endParaRPr lang="en-IN"/>
        </a:p>
      </dgm:t>
    </dgm:pt>
    <dgm:pt modelId="{CFA93F0A-F7F7-48E2-BF05-C28C2E830C0B}" type="pres">
      <dgm:prSet presAssocID="{A37922AD-8D3D-4DD2-8A32-BFAD633EE508}" presName="hierChild4" presStyleCnt="0"/>
      <dgm:spPr/>
    </dgm:pt>
    <dgm:pt modelId="{8343CEBE-9D1F-4A79-BE39-99662E755083}" type="pres">
      <dgm:prSet presAssocID="{A37922AD-8D3D-4DD2-8A32-BFAD633EE508}" presName="hierChild5" presStyleCnt="0"/>
      <dgm:spPr/>
    </dgm:pt>
    <dgm:pt modelId="{9A78B7BB-2494-4C68-B8CA-8851D789214D}" type="pres">
      <dgm:prSet presAssocID="{C5F3AEA8-DCA3-4FD9-B129-D6B50DCF38A0}" presName="Name37" presStyleLbl="parChTrans1D3" presStyleIdx="19" presStyleCnt="22"/>
      <dgm:spPr/>
      <dgm:t>
        <a:bodyPr/>
        <a:lstStyle/>
        <a:p>
          <a:endParaRPr lang="en-IN"/>
        </a:p>
      </dgm:t>
    </dgm:pt>
    <dgm:pt modelId="{3F25D314-2F7B-4961-A33E-65B906F7EBC6}" type="pres">
      <dgm:prSet presAssocID="{EB6082B1-92CD-49B9-BFEF-02D6C6BE45D0}" presName="hierRoot2" presStyleCnt="0">
        <dgm:presLayoutVars>
          <dgm:hierBranch val="init"/>
        </dgm:presLayoutVars>
      </dgm:prSet>
      <dgm:spPr/>
    </dgm:pt>
    <dgm:pt modelId="{0C50C2E5-6ED7-4CCE-8376-CF25A06137B8}" type="pres">
      <dgm:prSet presAssocID="{EB6082B1-92CD-49B9-BFEF-02D6C6BE45D0}" presName="rootComposite" presStyleCnt="0"/>
      <dgm:spPr/>
    </dgm:pt>
    <dgm:pt modelId="{D621CFE9-9F88-4ACC-AAAD-F3C9B68F03F2}" type="pres">
      <dgm:prSet presAssocID="{EB6082B1-92CD-49B9-BFEF-02D6C6BE45D0}" presName="rootText" presStyleLbl="node3" presStyleIdx="19" presStyleCnt="22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AE8594D3-648A-4EE7-8AFF-9AE6395B0C6D}" type="pres">
      <dgm:prSet presAssocID="{EB6082B1-92CD-49B9-BFEF-02D6C6BE45D0}" presName="rootConnector" presStyleLbl="node3" presStyleIdx="19" presStyleCnt="22"/>
      <dgm:spPr/>
      <dgm:t>
        <a:bodyPr/>
        <a:lstStyle/>
        <a:p>
          <a:endParaRPr lang="en-IN"/>
        </a:p>
      </dgm:t>
    </dgm:pt>
    <dgm:pt modelId="{D39B8B69-D164-4BB6-A0A2-86445662FD5F}" type="pres">
      <dgm:prSet presAssocID="{EB6082B1-92CD-49B9-BFEF-02D6C6BE45D0}" presName="hierChild4" presStyleCnt="0"/>
      <dgm:spPr/>
    </dgm:pt>
    <dgm:pt modelId="{265304C6-D17D-46BB-87FB-EBE025CCE475}" type="pres">
      <dgm:prSet presAssocID="{EB6082B1-92CD-49B9-BFEF-02D6C6BE45D0}" presName="hierChild5" presStyleCnt="0"/>
      <dgm:spPr/>
    </dgm:pt>
    <dgm:pt modelId="{2EA92358-20B2-4438-BE5D-B5278762AE22}" type="pres">
      <dgm:prSet presAssocID="{D8F5818D-D5D6-4780-B9FB-1AABFE4372F0}" presName="Name37" presStyleLbl="parChTrans1D3" presStyleIdx="20" presStyleCnt="22"/>
      <dgm:spPr/>
      <dgm:t>
        <a:bodyPr/>
        <a:lstStyle/>
        <a:p>
          <a:endParaRPr lang="en-IN"/>
        </a:p>
      </dgm:t>
    </dgm:pt>
    <dgm:pt modelId="{8180519A-CD2C-4CB9-BF04-4B8D535B9AA4}" type="pres">
      <dgm:prSet presAssocID="{4C2DD090-C5E0-401E-B9BA-7292D365AAF8}" presName="hierRoot2" presStyleCnt="0">
        <dgm:presLayoutVars>
          <dgm:hierBranch val="init"/>
        </dgm:presLayoutVars>
      </dgm:prSet>
      <dgm:spPr/>
    </dgm:pt>
    <dgm:pt modelId="{6FC585ED-21BB-493C-9937-31F8DE4275C1}" type="pres">
      <dgm:prSet presAssocID="{4C2DD090-C5E0-401E-B9BA-7292D365AAF8}" presName="rootComposite" presStyleCnt="0"/>
      <dgm:spPr/>
    </dgm:pt>
    <dgm:pt modelId="{2BD8E82C-D1A1-446D-A45C-915393C76574}" type="pres">
      <dgm:prSet presAssocID="{4C2DD090-C5E0-401E-B9BA-7292D365AAF8}" presName="rootText" presStyleLbl="node3" presStyleIdx="20" presStyleCnt="22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8BA53FC6-CDD1-483C-B1D2-5EEE0175895B}" type="pres">
      <dgm:prSet presAssocID="{4C2DD090-C5E0-401E-B9BA-7292D365AAF8}" presName="rootConnector" presStyleLbl="node3" presStyleIdx="20" presStyleCnt="22"/>
      <dgm:spPr/>
      <dgm:t>
        <a:bodyPr/>
        <a:lstStyle/>
        <a:p>
          <a:endParaRPr lang="en-IN"/>
        </a:p>
      </dgm:t>
    </dgm:pt>
    <dgm:pt modelId="{F78DCD0E-C300-4962-BDCD-06146D7E1E9D}" type="pres">
      <dgm:prSet presAssocID="{4C2DD090-C5E0-401E-B9BA-7292D365AAF8}" presName="hierChild4" presStyleCnt="0"/>
      <dgm:spPr/>
    </dgm:pt>
    <dgm:pt modelId="{E89BBACD-9CDA-4B7F-8BB8-33A88FE1C2F5}" type="pres">
      <dgm:prSet presAssocID="{4C2DD090-C5E0-401E-B9BA-7292D365AAF8}" presName="hierChild5" presStyleCnt="0"/>
      <dgm:spPr/>
    </dgm:pt>
    <dgm:pt modelId="{C6F5DA4F-087F-4CE0-899A-A05BDDB7175D}" type="pres">
      <dgm:prSet presAssocID="{CD71117B-2158-4763-B51A-B203109E9E0C}" presName="Name37" presStyleLbl="parChTrans1D3" presStyleIdx="21" presStyleCnt="22"/>
      <dgm:spPr/>
      <dgm:t>
        <a:bodyPr/>
        <a:lstStyle/>
        <a:p>
          <a:endParaRPr lang="en-IN"/>
        </a:p>
      </dgm:t>
    </dgm:pt>
    <dgm:pt modelId="{C7CEEFA7-1AF7-41B7-8EBA-FC865B511FF2}" type="pres">
      <dgm:prSet presAssocID="{B181E32C-3F17-4316-A199-A3AB5E6B2EBE}" presName="hierRoot2" presStyleCnt="0">
        <dgm:presLayoutVars>
          <dgm:hierBranch val="init"/>
        </dgm:presLayoutVars>
      </dgm:prSet>
      <dgm:spPr/>
    </dgm:pt>
    <dgm:pt modelId="{65335697-44E6-41FB-9163-EDBC3CEFFC65}" type="pres">
      <dgm:prSet presAssocID="{B181E32C-3F17-4316-A199-A3AB5E6B2EBE}" presName="rootComposite" presStyleCnt="0"/>
      <dgm:spPr/>
    </dgm:pt>
    <dgm:pt modelId="{0C6323C3-4DB1-476B-A5D4-57F66523431E}" type="pres">
      <dgm:prSet presAssocID="{B181E32C-3F17-4316-A199-A3AB5E6B2EBE}" presName="rootText" presStyleLbl="node3" presStyleIdx="21" presStyleCnt="22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DE0CD3D5-3EEA-408E-A808-176DC1548BF2}" type="pres">
      <dgm:prSet presAssocID="{B181E32C-3F17-4316-A199-A3AB5E6B2EBE}" presName="rootConnector" presStyleLbl="node3" presStyleIdx="21" presStyleCnt="22"/>
      <dgm:spPr/>
      <dgm:t>
        <a:bodyPr/>
        <a:lstStyle/>
        <a:p>
          <a:endParaRPr lang="en-IN"/>
        </a:p>
      </dgm:t>
    </dgm:pt>
    <dgm:pt modelId="{37869E46-7609-4F84-BEF5-6D0BB01022E0}" type="pres">
      <dgm:prSet presAssocID="{B181E32C-3F17-4316-A199-A3AB5E6B2EBE}" presName="hierChild4" presStyleCnt="0"/>
      <dgm:spPr/>
    </dgm:pt>
    <dgm:pt modelId="{FA8911D7-F82C-4C62-B63B-125B935A24E1}" type="pres">
      <dgm:prSet presAssocID="{B181E32C-3F17-4316-A199-A3AB5E6B2EBE}" presName="hierChild5" presStyleCnt="0"/>
      <dgm:spPr/>
    </dgm:pt>
    <dgm:pt modelId="{585E53F8-5FE6-460F-8C8A-E958D2547756}" type="pres">
      <dgm:prSet presAssocID="{178632EF-1D5D-47D4-8522-E50BAD88BC8C}" presName="hierChild5" presStyleCnt="0"/>
      <dgm:spPr/>
    </dgm:pt>
    <dgm:pt modelId="{073250DD-0F71-4DE6-B59A-F8CAEE6D0513}" type="pres">
      <dgm:prSet presAssocID="{C8D5B040-28D6-4552-B47E-519E68BB66A8}" presName="hierChild3" presStyleCnt="0"/>
      <dgm:spPr/>
    </dgm:pt>
  </dgm:ptLst>
  <dgm:cxnLst>
    <dgm:cxn modelId="{0378BCF5-ED90-4B8A-AE0E-3D2D9617878E}" type="presOf" srcId="{C5F3AEA8-DCA3-4FD9-B129-D6B50DCF38A0}" destId="{9A78B7BB-2494-4C68-B8CA-8851D789214D}" srcOrd="0" destOrd="0" presId="urn:microsoft.com/office/officeart/2005/8/layout/orgChart1"/>
    <dgm:cxn modelId="{52DAAE68-4F70-4EE1-987F-979C1C6CBB97}" type="presOf" srcId="{EE1A3029-F180-4E3D-9030-A9FAFA9F0D66}" destId="{99E4F85F-7BDE-49C0-B34F-D9BDCA3FD908}" srcOrd="1" destOrd="0" presId="urn:microsoft.com/office/officeart/2005/8/layout/orgChart1"/>
    <dgm:cxn modelId="{DEED6BCC-2DFE-4E91-B5E1-57EE4B3A5EE1}" type="presOf" srcId="{4C2DD090-C5E0-401E-B9BA-7292D365AAF8}" destId="{8BA53FC6-CDD1-483C-B1D2-5EEE0175895B}" srcOrd="1" destOrd="0" presId="urn:microsoft.com/office/officeart/2005/8/layout/orgChart1"/>
    <dgm:cxn modelId="{DAB68B2F-EAB3-4DBF-9E55-AB9158D4C2B3}" srcId="{611D2582-12C4-4844-B2C7-3BC896250257}" destId="{C8964F47-24C6-4D51-9E50-9C3790BBF110}" srcOrd="3" destOrd="0" parTransId="{0E40A782-C95D-4D55-A198-A96B7FAB19FC}" sibTransId="{F6D591F7-5626-4709-A4EF-887D98004437}"/>
    <dgm:cxn modelId="{91B42A6F-0B5B-47CC-99F8-E4574EF448DF}" type="presOf" srcId="{47C04187-1413-4736-A9D1-66F7E73E8C0C}" destId="{8E6D15CE-BC44-4B11-9F14-AD06FE05FF78}" srcOrd="0" destOrd="0" presId="urn:microsoft.com/office/officeart/2005/8/layout/orgChart1"/>
    <dgm:cxn modelId="{310F8A42-BC16-413B-A718-37A4582EF37F}" srcId="{53DA7501-C443-45EC-BC86-B2F6345EF59A}" destId="{5ED9A40A-1B3E-42F8-B523-6844078A642A}" srcOrd="2" destOrd="0" parTransId="{F9238F99-139D-43FF-B12E-58CC21035AD3}" sibTransId="{596AA999-5C25-4F42-98B3-61D709D3D0BE}"/>
    <dgm:cxn modelId="{915393C7-3222-4122-AD65-9ADA005697EA}" type="presOf" srcId="{EE1A3029-F180-4E3D-9030-A9FAFA9F0D66}" destId="{7AE30BCC-4A87-4DD9-A656-CFF39F896E9A}" srcOrd="0" destOrd="0" presId="urn:microsoft.com/office/officeart/2005/8/layout/orgChart1"/>
    <dgm:cxn modelId="{69606B48-764D-49A8-9ED3-BC5B7E5D60B2}" type="presOf" srcId="{3581CB07-5E39-4E5F-B274-D965209C9708}" destId="{2FE6C35E-1EBC-4E30-AFE9-CD0849EEFC48}" srcOrd="0" destOrd="0" presId="urn:microsoft.com/office/officeart/2005/8/layout/orgChart1"/>
    <dgm:cxn modelId="{2E9C683B-F1AB-4F33-A384-9E8C87DDBB0F}" type="presOf" srcId="{7930A005-483F-4375-A741-96E3215CE5ED}" destId="{BC1A5EA6-5480-4F6D-B27C-2EAEBC3ED8C2}" srcOrd="0" destOrd="0" presId="urn:microsoft.com/office/officeart/2005/8/layout/orgChart1"/>
    <dgm:cxn modelId="{46349DF9-5407-4AE4-A1C9-DA952247B112}" type="presOf" srcId="{7743D867-EBA0-4146-900C-E4958A9F1924}" destId="{99CBE315-CD46-4A8A-AEB3-DC2F63F39960}" srcOrd="1" destOrd="0" presId="urn:microsoft.com/office/officeart/2005/8/layout/orgChart1"/>
    <dgm:cxn modelId="{08566359-F6AB-4C78-837E-27C12EA85089}" type="presOf" srcId="{F32BB013-8417-4548-8495-C3D2C21B70CE}" destId="{A5AEDCA6-C6DF-49A7-A68F-E290F60E3B39}" srcOrd="1" destOrd="0" presId="urn:microsoft.com/office/officeart/2005/8/layout/orgChart1"/>
    <dgm:cxn modelId="{6189F24C-FC13-4337-9B93-CB86A5B3DE84}" srcId="{2E69A3F8-2077-48E8-B350-E624C5A4E514}" destId="{C8D5B040-28D6-4552-B47E-519E68BB66A8}" srcOrd="0" destOrd="0" parTransId="{8FFBF7A6-06D9-4441-B71E-5B7D2DD76ABB}" sibTransId="{220ED3BF-F764-4990-875C-0F945B8934A3}"/>
    <dgm:cxn modelId="{F9BCD17C-8C01-4E71-AB2A-B08815E38DD0}" type="presOf" srcId="{445EB488-7E1D-4270-95BD-EBEF41CE1EA9}" destId="{82D089CB-3770-4B86-A80D-A986E7EBB726}" srcOrd="0" destOrd="0" presId="urn:microsoft.com/office/officeart/2005/8/layout/orgChart1"/>
    <dgm:cxn modelId="{861E027F-83FD-42F3-A0A2-10392E7834C4}" srcId="{FDB0BAA0-127D-4EE1-898D-464FA8298568}" destId="{1E7825B4-283B-40C7-B71D-9ACA5BA60D18}" srcOrd="2" destOrd="0" parTransId="{EF23F9DB-C9E9-403C-9A10-9071E8E01A24}" sibTransId="{73BDAD45-A98C-436F-B4FB-7194C13D920A}"/>
    <dgm:cxn modelId="{B48684A4-5795-4089-BA83-DF18CC656151}" type="presOf" srcId="{3C725FD3-A3B6-4BD4-9018-FF23BE837D46}" destId="{9DAFE758-16F2-4C20-B27F-5E87C315C460}" srcOrd="0" destOrd="0" presId="urn:microsoft.com/office/officeart/2005/8/layout/orgChart1"/>
    <dgm:cxn modelId="{96945E56-AA37-45FA-A7C7-11286D84EBFE}" srcId="{611D2582-12C4-4844-B2C7-3BC896250257}" destId="{F3BBB4B2-1A2C-46F7-8352-3AF1BE315D8C}" srcOrd="4" destOrd="0" parTransId="{924A3C4B-DEE4-43E8-A4F7-2754FCCF8D04}" sibTransId="{C36FA1DC-8EA6-4CF0-887B-1A9028B4A935}"/>
    <dgm:cxn modelId="{A316B1DB-505A-4C76-B4FF-2525598177A2}" srcId="{C8D5B040-28D6-4552-B47E-519E68BB66A8}" destId="{8D7FD480-E28D-4BA3-A312-5AE2504AF705}" srcOrd="4" destOrd="0" parTransId="{066B135B-D747-40F7-B3A0-943F9B4F1CFA}" sibTransId="{5F5D0F66-1530-4A23-A559-C3892E41AEC1}"/>
    <dgm:cxn modelId="{A87E7555-9CB7-4B05-9CA9-E556F157CE95}" type="presOf" srcId="{C3FA6DD2-A2A5-41D9-B11E-C15A52CA3193}" destId="{C40E3EFE-276A-4433-B241-110CE7367169}" srcOrd="1" destOrd="0" presId="urn:microsoft.com/office/officeart/2005/8/layout/orgChart1"/>
    <dgm:cxn modelId="{46C0FBED-55D5-425A-A15A-1F06767FFF5B}" type="presOf" srcId="{2E69A3F8-2077-48E8-B350-E624C5A4E514}" destId="{C94B9547-CD0B-4130-B6EA-C1A8B89620AC}" srcOrd="0" destOrd="0" presId="urn:microsoft.com/office/officeart/2005/8/layout/orgChart1"/>
    <dgm:cxn modelId="{B1FF1D04-123A-4DAE-93BA-5926DF7AA8A0}" srcId="{B65BF1D9-2081-46F3-A06F-03C806DE6747}" destId="{2A883FF2-D200-42CC-9EE8-F3B5319C23B7}" srcOrd="2" destOrd="0" parTransId="{34D3C2EA-6427-4186-B13C-2C7537F7D189}" sibTransId="{E49D592C-6DD3-4C52-9EF4-8EA12E48583B}"/>
    <dgm:cxn modelId="{E4B1F95C-E177-4C3B-A658-8F206740F407}" srcId="{25E52169-9479-4FF8-A606-96024E0B0B05}" destId="{BCECBA21-B7D1-48CB-9841-C105BBB29C0B}" srcOrd="1" destOrd="0" parTransId="{6D35D7D8-7EF8-4C7F-B422-F100D957EE04}" sibTransId="{48DB0025-450C-413B-92AD-B6813E42BE19}"/>
    <dgm:cxn modelId="{FA6F4DA1-7A80-49DA-A764-8CBCB04C40BA}" type="presOf" srcId="{53DA7501-C443-45EC-BC86-B2F6345EF59A}" destId="{DA0752C8-1BB7-44B8-87CB-ECE8A3F56C78}" srcOrd="0" destOrd="0" presId="urn:microsoft.com/office/officeart/2005/8/layout/orgChart1"/>
    <dgm:cxn modelId="{5E4D3A36-1848-4574-8B48-E98374E23A83}" type="presOf" srcId="{B181E32C-3F17-4316-A199-A3AB5E6B2EBE}" destId="{DE0CD3D5-3EEA-408E-A808-176DC1548BF2}" srcOrd="1" destOrd="0" presId="urn:microsoft.com/office/officeart/2005/8/layout/orgChart1"/>
    <dgm:cxn modelId="{743A609D-EEC1-4D90-A95F-D4BD8E3D31CB}" type="presOf" srcId="{6075E4A9-CA6D-4E99-91C2-4B604D813323}" destId="{64DF06C2-3E3A-45CE-9F9C-30FF491B483B}" srcOrd="0" destOrd="0" presId="urn:microsoft.com/office/officeart/2005/8/layout/orgChart1"/>
    <dgm:cxn modelId="{DDE55B69-7075-49D0-BD0D-34EE080BC1EA}" srcId="{2A883FF2-D200-42CC-9EE8-F3B5319C23B7}" destId="{7EF50816-2B58-4E17-8323-00B193543A21}" srcOrd="2" destOrd="0" parTransId="{82462721-4EFE-4474-8F19-5F4CEB432996}" sibTransId="{8662BDCD-D6C7-4CCB-813E-3E3EC9567158}"/>
    <dgm:cxn modelId="{785090E4-98C4-4E85-8739-8EEFE831EBCD}" type="presOf" srcId="{B470058F-60EE-4F3C-AD2C-7863DA07BA4E}" destId="{8E0DAF6D-B6FE-4E42-A822-AC9C0103E65F}" srcOrd="1" destOrd="0" presId="urn:microsoft.com/office/officeart/2005/8/layout/orgChart1"/>
    <dgm:cxn modelId="{454C0D50-E3D9-456F-9D1E-56A2C83A1794}" type="presOf" srcId="{B663501F-9136-4121-ABF9-D2E3A1B47F7B}" destId="{BCB7545A-2CD4-4D98-89A6-9A65CAAED501}" srcOrd="0" destOrd="0" presId="urn:microsoft.com/office/officeart/2005/8/layout/orgChart1"/>
    <dgm:cxn modelId="{FB13C9D5-436B-49BC-AE2A-CE5D7CB91E1E}" srcId="{E4D2452E-19C5-4C42-A455-2E95578C85BB}" destId="{3EE63049-6F91-43B7-BBD5-DA08860CD1F7}" srcOrd="0" destOrd="0" parTransId="{80877D95-3EC3-4CE3-BDD6-F0E3CBCA901A}" sibTransId="{D822E53B-BC0C-4137-9F49-06F6A19A5AA0}"/>
    <dgm:cxn modelId="{8C41EA46-C8DB-403F-A9FB-7235E00BA803}" type="presOf" srcId="{1F8BC90E-37C6-4E99-A88C-747BD4A5F9F2}" destId="{0BE46EC6-C444-48D9-A3B2-13A0B78358EC}" srcOrd="0" destOrd="0" presId="urn:microsoft.com/office/officeart/2005/8/layout/orgChart1"/>
    <dgm:cxn modelId="{55F478E9-1042-4EC0-8BDB-DF74B565BA3D}" type="presOf" srcId="{E4D2452E-19C5-4C42-A455-2E95578C85BB}" destId="{BF8C2BC1-C504-4F87-8BDB-8DDEB73989A2}" srcOrd="1" destOrd="0" presId="urn:microsoft.com/office/officeart/2005/8/layout/orgChart1"/>
    <dgm:cxn modelId="{6B8A492E-C363-4DB3-94CF-B5D6AB69815E}" type="presOf" srcId="{B3671E73-E68B-4668-8061-7309826BDB96}" destId="{CD2AFFF4-06BB-4A9B-BE8F-F24F23E2760A}" srcOrd="1" destOrd="0" presId="urn:microsoft.com/office/officeart/2005/8/layout/orgChart1"/>
    <dgm:cxn modelId="{BD110629-DF59-454F-A428-F26FF1CCF28B}" type="presOf" srcId="{044E20C2-4BC7-42CA-880F-8A493B0FF82E}" destId="{7262A7B0-3A10-457D-B6E1-A577EAC08953}" srcOrd="0" destOrd="0" presId="urn:microsoft.com/office/officeart/2005/8/layout/orgChart1"/>
    <dgm:cxn modelId="{8021A50A-C4C9-4344-B52D-C392DC262E80}" srcId="{ECEA844C-F72D-4815-A081-111D57ED1E89}" destId="{7743D867-EBA0-4146-900C-E4958A9F1924}" srcOrd="2" destOrd="0" parTransId="{543F616E-8BC1-4A26-96B3-6EFC5BC9F3B2}" sibTransId="{9284D5DA-4A7C-4864-BFB4-E58B6F2A322D}"/>
    <dgm:cxn modelId="{4D751A36-ABD3-4A56-855E-3DE884A5CD3C}" srcId="{25E52169-9479-4FF8-A606-96024E0B0B05}" destId="{B470058F-60EE-4F3C-AD2C-7863DA07BA4E}" srcOrd="0" destOrd="0" parTransId="{E88C7106-DA0E-4501-AE2A-2E7FC40E7221}" sibTransId="{E251D324-FA80-4702-A890-253DE515C026}"/>
    <dgm:cxn modelId="{0507C10D-83B6-4246-8C77-5D9A2AB45B64}" type="presOf" srcId="{F69C6F2D-2A49-4FAE-8EB0-FEF6B3C24AB6}" destId="{B89484FF-6B2F-436F-A053-63036591C8F4}" srcOrd="0" destOrd="0" presId="urn:microsoft.com/office/officeart/2005/8/layout/orgChart1"/>
    <dgm:cxn modelId="{332FBD37-9DEC-4A6B-87E0-9B1302CC249F}" type="presOf" srcId="{611D2582-12C4-4844-B2C7-3BC896250257}" destId="{FEC58E28-6E47-49DE-AD82-A1112268B710}" srcOrd="0" destOrd="0" presId="urn:microsoft.com/office/officeart/2005/8/layout/orgChart1"/>
    <dgm:cxn modelId="{355B76F6-0708-4FE5-82FE-279E75E5E015}" type="presOf" srcId="{BECEAAE5-0408-49A5-9049-7A6A507C5958}" destId="{B7F45AC6-8B70-4335-BE6A-ACBCA421B9B6}" srcOrd="0" destOrd="0" presId="urn:microsoft.com/office/officeart/2005/8/layout/orgChart1"/>
    <dgm:cxn modelId="{4DC54700-5590-4928-979C-636E1E93E6E1}" type="presOf" srcId="{668DC280-C228-41BF-A042-82A99C387DCA}" destId="{83CE62AB-2634-4CF2-8FE4-0DB6D5C5038F}" srcOrd="0" destOrd="0" presId="urn:microsoft.com/office/officeart/2005/8/layout/orgChart1"/>
    <dgm:cxn modelId="{FC75F080-DE5B-46B8-87C5-F4672113BE75}" srcId="{611D2582-12C4-4844-B2C7-3BC896250257}" destId="{EE1A3029-F180-4E3D-9030-A9FAFA9F0D66}" srcOrd="2" destOrd="0" parTransId="{4F07CCB7-9E69-49B9-9067-280BE0074271}" sibTransId="{54133616-608E-4D55-AB0A-A73A9D4FF69E}"/>
    <dgm:cxn modelId="{594BFD87-0D1D-4817-8B01-EE20F04C4778}" type="presOf" srcId="{EF23F9DB-C9E9-403C-9A10-9071E8E01A24}" destId="{AD6ABFBE-7F75-4F53-B839-5429EB4279F5}" srcOrd="0" destOrd="0" presId="urn:microsoft.com/office/officeart/2005/8/layout/orgChart1"/>
    <dgm:cxn modelId="{B6CABE84-2121-4A68-8127-C2A0CEB28541}" type="presOf" srcId="{C9874DCE-2817-4BF1-9530-4EDDFB4B8C99}" destId="{57F3CC15-7EED-4D97-A178-B49132F3D1B2}" srcOrd="0" destOrd="0" presId="urn:microsoft.com/office/officeart/2005/8/layout/orgChart1"/>
    <dgm:cxn modelId="{C7798182-23C5-4386-9AC4-CFD74FF4C966}" type="presOf" srcId="{46B72DC6-D7F4-4A1B-9500-C25738DF3A4D}" destId="{E26E94DE-8D43-44EF-B715-B424C283F2A2}" srcOrd="0" destOrd="0" presId="urn:microsoft.com/office/officeart/2005/8/layout/orgChart1"/>
    <dgm:cxn modelId="{DE057821-9CE4-4957-ADD7-D8D66450012C}" type="presOf" srcId="{0E40A782-C95D-4D55-A198-A96B7FAB19FC}" destId="{ED30C6A7-930D-4593-8621-64E4C9279B25}" srcOrd="0" destOrd="0" presId="urn:microsoft.com/office/officeart/2005/8/layout/orgChart1"/>
    <dgm:cxn modelId="{8D9F7819-B000-4977-907C-366B892E3421}" type="presOf" srcId="{0CE3E62C-BC2D-48DB-85C2-399DC5124B97}" destId="{13643D52-6053-4EC4-8E8D-7C842C0EFFAF}" srcOrd="1" destOrd="0" presId="urn:microsoft.com/office/officeart/2005/8/layout/orgChart1"/>
    <dgm:cxn modelId="{FDED69D5-A326-400C-85BA-3D0BB4C46AF8}" type="presOf" srcId="{25E52169-9479-4FF8-A606-96024E0B0B05}" destId="{6D1853D0-EDA2-46E7-AC77-334F6F341BD5}" srcOrd="1" destOrd="0" presId="urn:microsoft.com/office/officeart/2005/8/layout/orgChart1"/>
    <dgm:cxn modelId="{1272E699-934D-48BD-93A8-FBAB3391A1EE}" srcId="{3F61E6F8-DF99-4CEE-A5D4-665D75A9A9D0}" destId="{A292C54B-AD67-4875-9A54-D22722F4A674}" srcOrd="1" destOrd="0" parTransId="{668DC280-C228-41BF-A042-82A99C387DCA}" sibTransId="{CB977039-8949-49F4-A62E-84C49585C81D}"/>
    <dgm:cxn modelId="{19406E35-FBFE-4CD5-9EBB-8E17377B9CC5}" type="presOf" srcId="{543F616E-8BC1-4A26-96B3-6EFC5BC9F3B2}" destId="{D012B920-88CA-4338-9C35-5BC97D91B847}" srcOrd="0" destOrd="0" presId="urn:microsoft.com/office/officeart/2005/8/layout/orgChart1"/>
    <dgm:cxn modelId="{0A433B63-DD49-4C1F-B391-51A77BB5C0C2}" type="presOf" srcId="{6D35D7D8-7EF8-4C7F-B422-F100D957EE04}" destId="{BA9B732B-AED2-4516-8851-9E5FF72C72DA}" srcOrd="0" destOrd="0" presId="urn:microsoft.com/office/officeart/2005/8/layout/orgChart1"/>
    <dgm:cxn modelId="{48EC77D7-9AEB-4207-9B98-21CDA9DF0D22}" type="presOf" srcId="{CD71117B-2158-4763-B51A-B203109E9E0C}" destId="{C6F5DA4F-087F-4CE0-899A-A05BDDB7175D}" srcOrd="0" destOrd="0" presId="urn:microsoft.com/office/officeart/2005/8/layout/orgChart1"/>
    <dgm:cxn modelId="{A208CC2E-4624-4D46-93E6-DA3AF663BAB5}" srcId="{178632EF-1D5D-47D4-8522-E50BAD88BC8C}" destId="{EB6082B1-92CD-49B9-BFEF-02D6C6BE45D0}" srcOrd="2" destOrd="0" parTransId="{C5F3AEA8-DCA3-4FD9-B129-D6B50DCF38A0}" sibTransId="{EBEEC23E-EE2A-41F7-BD99-4484661CC49D}"/>
    <dgm:cxn modelId="{16A69D07-18DE-41FB-8BC0-181021D3013F}" srcId="{7930A005-483F-4375-A741-96E3215CE5ED}" destId="{BC0A0E12-ED7E-4551-A515-951491ECD489}" srcOrd="1" destOrd="0" parTransId="{A18EBD12-34C8-466F-ADB9-3BFFAA1068E9}" sibTransId="{4B4FCAB1-F3C2-41D9-9FFB-9B089072C9A0}"/>
    <dgm:cxn modelId="{B16FD355-23DF-4156-AD8C-D6039A5368AA}" srcId="{3F61E6F8-DF99-4CEE-A5D4-665D75A9A9D0}" destId="{8B22D748-956D-40C2-8146-E8AAD675E788}" srcOrd="2" destOrd="0" parTransId="{C17F0B4E-C1E9-45D6-BEA4-98338132F282}" sibTransId="{4DAEC105-003F-48B1-9AAC-029D6D5B0493}"/>
    <dgm:cxn modelId="{9DC10861-B48A-43AC-AA54-0182FABCB3DB}" type="presOf" srcId="{30CB5EC6-9F09-4736-B8FF-E323B73A4EFB}" destId="{9D6C41C2-259F-4C29-A33C-C26844FC396A}" srcOrd="0" destOrd="0" presId="urn:microsoft.com/office/officeart/2005/8/layout/orgChart1"/>
    <dgm:cxn modelId="{94EA5C68-9B7D-481C-95BC-77810FCEB0CC}" type="presOf" srcId="{E163FAF3-09AE-496D-BFFD-006E0222D578}" destId="{A989F114-5A01-4FC3-B09F-2E50D66BD79D}" srcOrd="0" destOrd="0" presId="urn:microsoft.com/office/officeart/2005/8/layout/orgChart1"/>
    <dgm:cxn modelId="{F9821B4B-0E68-4625-BFF2-0A6522FC6E16}" srcId="{4B9FF514-1B2F-46FE-BB16-93EFE3E0C07E}" destId="{611D2582-12C4-4844-B2C7-3BC896250257}" srcOrd="1" destOrd="0" parTransId="{27C19069-FD81-4A65-AF7C-7B5B3ED5B6F3}" sibTransId="{550C6331-5859-4586-92B7-58668F4D0EC1}"/>
    <dgm:cxn modelId="{BC4B3146-D4C6-49E6-A3F8-622B00688051}" type="presOf" srcId="{B663501F-9136-4121-ABF9-D2E3A1B47F7B}" destId="{B1CDCF1E-3542-40CF-BB58-2536FA403812}" srcOrd="1" destOrd="0" presId="urn:microsoft.com/office/officeart/2005/8/layout/orgChart1"/>
    <dgm:cxn modelId="{7AC0F07D-4D25-4DD6-A866-68317B28AB6C}" srcId="{4B9FF514-1B2F-46FE-BB16-93EFE3E0C07E}" destId="{CE256801-BAF9-4C3C-9F75-F2A0D2B67ABF}" srcOrd="2" destOrd="0" parTransId="{F6D3E013-24CB-4F1D-84A9-6A3291A50957}" sibTransId="{6B634902-58AE-4F6B-91DB-F55FDAF235CA}"/>
    <dgm:cxn modelId="{8B3BC1BA-E4E2-4CE8-BFC5-74AA43F9F01C}" type="presOf" srcId="{DFA6BA93-D61D-4170-B2B3-D18F9C6D4133}" destId="{34A17C56-E589-487E-9F18-3738776D47E5}" srcOrd="0" destOrd="0" presId="urn:microsoft.com/office/officeart/2005/8/layout/orgChart1"/>
    <dgm:cxn modelId="{581F0B2B-0A3A-461D-909F-1ED8FC42D6F7}" type="presOf" srcId="{4B9FF514-1B2F-46FE-BB16-93EFE3E0C07E}" destId="{E65C4418-1509-4D7C-9C42-79231FED10C2}" srcOrd="0" destOrd="0" presId="urn:microsoft.com/office/officeart/2005/8/layout/orgChart1"/>
    <dgm:cxn modelId="{E25A6129-B971-4447-8232-7A195010B9EB}" type="presOf" srcId="{CE256801-BAF9-4C3C-9F75-F2A0D2B67ABF}" destId="{11B72BC4-4D93-4EE4-B8F2-74C5F2F8A405}" srcOrd="1" destOrd="0" presId="urn:microsoft.com/office/officeart/2005/8/layout/orgChart1"/>
    <dgm:cxn modelId="{42DA5D1A-3630-4B49-ABCE-01C3F9B656D3}" type="presOf" srcId="{445EB488-7E1D-4270-95BD-EBEF41CE1EA9}" destId="{F8B21EEA-4041-435F-BFA3-59A20F089E5F}" srcOrd="1" destOrd="0" presId="urn:microsoft.com/office/officeart/2005/8/layout/orgChart1"/>
    <dgm:cxn modelId="{600CD67C-DF10-446D-9F31-6E2224A8EB92}" srcId="{5ED9A40A-1B3E-42F8-B523-6844078A642A}" destId="{79318AF7-7497-4F0E-BF95-C2EE46D37F76}" srcOrd="2" destOrd="0" parTransId="{E504599C-F7AE-43F3-83ED-177F3E939393}" sibTransId="{9A7948CE-956D-4843-BEEC-E353F2591B83}"/>
    <dgm:cxn modelId="{130C9023-473E-42BE-8B33-6B414C8DC009}" type="presOf" srcId="{C8D5B040-28D6-4552-B47E-519E68BB66A8}" destId="{A9A3164D-EF6F-4C52-8C80-350BE8E772A4}" srcOrd="1" destOrd="0" presId="urn:microsoft.com/office/officeart/2005/8/layout/orgChart1"/>
    <dgm:cxn modelId="{057585FE-4F54-4DAF-AD51-9DD3F30AFEEF}" type="presOf" srcId="{A37922AD-8D3D-4DD2-8A32-BFAD633EE508}" destId="{A7FD07B5-DCB4-4BF5-86C7-36E25564C086}" srcOrd="0" destOrd="0" presId="urn:microsoft.com/office/officeart/2005/8/layout/orgChart1"/>
    <dgm:cxn modelId="{03CA5C05-C690-4139-AABA-9F3099CB56E8}" srcId="{E4D2452E-19C5-4C42-A455-2E95578C85BB}" destId="{9B559134-3AA2-40F6-82A2-B097F1B1201A}" srcOrd="1" destOrd="0" parTransId="{D098DF6A-46F9-4718-9308-406FCFE65E06}" sibTransId="{32B59EEB-5F6F-424D-8867-BC1D2313F229}"/>
    <dgm:cxn modelId="{15BA131A-BC2A-4D61-883A-7F8E6EE07A77}" type="presOf" srcId="{27C19069-FD81-4A65-AF7C-7B5B3ED5B6F3}" destId="{91D4621A-948C-49DA-ACD1-D6B8BD7C1563}" srcOrd="0" destOrd="0" presId="urn:microsoft.com/office/officeart/2005/8/layout/orgChart1"/>
    <dgm:cxn modelId="{BF472589-2F38-40EC-8B13-8FE2ACE5F525}" type="presOf" srcId="{64ADA438-FC61-4206-9E8B-401EE89291A0}" destId="{2A5271EA-0CD2-43C2-90DA-BF69B87621E6}" srcOrd="0" destOrd="0" presId="urn:microsoft.com/office/officeart/2005/8/layout/orgChart1"/>
    <dgm:cxn modelId="{26C04CC1-AFD1-4600-B068-A4E0C901B675}" type="presOf" srcId="{25E52169-9479-4FF8-A606-96024E0B0B05}" destId="{1AAD1F5D-08FC-41BF-A080-284A0BE069FE}" srcOrd="0" destOrd="0" presId="urn:microsoft.com/office/officeart/2005/8/layout/orgChart1"/>
    <dgm:cxn modelId="{06334825-867B-4AA4-96C3-DFBA41E48043}" type="presOf" srcId="{C1B3811B-5D2D-4C94-9849-CB7AEF3978C0}" destId="{E50D8674-869A-4749-B531-0832197CBAA6}" srcOrd="0" destOrd="0" presId="urn:microsoft.com/office/officeart/2005/8/layout/orgChart1"/>
    <dgm:cxn modelId="{3730B8A9-5579-400F-866F-317B3ED35477}" type="presOf" srcId="{F9C1D3A0-671D-4F63-830B-D45DEABF9D7C}" destId="{20CE092B-C06A-4466-8061-A032040926B6}" srcOrd="0" destOrd="0" presId="urn:microsoft.com/office/officeart/2005/8/layout/orgChart1"/>
    <dgm:cxn modelId="{3FB7FE02-FE44-444B-A6EB-92BE9644C273}" type="presOf" srcId="{3F61E6F8-DF99-4CEE-A5D4-665D75A9A9D0}" destId="{396A7E46-AE9D-44E1-A7F6-155B60DE6FD3}" srcOrd="1" destOrd="0" presId="urn:microsoft.com/office/officeart/2005/8/layout/orgChart1"/>
    <dgm:cxn modelId="{35DE0699-B2E0-474C-A734-CC09B6796490}" type="presOf" srcId="{F3BBB4B2-1A2C-46F7-8352-3AF1BE315D8C}" destId="{A6584787-D9A0-4103-A160-C1EBFD52C74A}" srcOrd="0" destOrd="0" presId="urn:microsoft.com/office/officeart/2005/8/layout/orgChart1"/>
    <dgm:cxn modelId="{C1E8AE16-986D-4F23-B018-F3583A5298B7}" type="presOf" srcId="{F6D3E013-24CB-4F1D-84A9-6A3291A50957}" destId="{B7022BB0-0BE2-4854-B972-C3878E118F94}" srcOrd="0" destOrd="0" presId="urn:microsoft.com/office/officeart/2005/8/layout/orgChart1"/>
    <dgm:cxn modelId="{FF97F756-D523-4F5F-9D20-8758A63366C3}" type="presOf" srcId="{F32BB013-8417-4548-8495-C3D2C21B70CE}" destId="{A3E4DFD6-B269-4BDA-8085-62CE14C0C2EF}" srcOrd="0" destOrd="0" presId="urn:microsoft.com/office/officeart/2005/8/layout/orgChart1"/>
    <dgm:cxn modelId="{FF543B52-1CD5-43B7-8FA4-12E3C335C5ED}" type="presOf" srcId="{C2435E3E-8C4F-4A37-82BA-66432DC196A5}" destId="{2B93FCE3-E578-4EA5-8AFB-311FCBE3FA79}" srcOrd="0" destOrd="0" presId="urn:microsoft.com/office/officeart/2005/8/layout/orgChart1"/>
    <dgm:cxn modelId="{1ADCCF72-A060-4D60-8D5B-11B60F3FAA32}" type="presOf" srcId="{9715A99F-FCDC-4C4F-AF54-4BF0AC7A20A6}" destId="{E4D00DEB-DC18-4132-B33D-9405CBAAA237}" srcOrd="1" destOrd="0" presId="urn:microsoft.com/office/officeart/2005/8/layout/orgChart1"/>
    <dgm:cxn modelId="{E3D8C8D4-5B78-4DAD-905E-79567FBC4126}" srcId="{5ED9A40A-1B3E-42F8-B523-6844078A642A}" destId="{E163FAF3-09AE-496D-BFFD-006E0222D578}" srcOrd="0" destOrd="0" parTransId="{147CF709-6543-40C8-8BBB-177CD3E21CBA}" sibTransId="{73EA86B5-E6C6-46D0-8A6D-073553016BC5}"/>
    <dgm:cxn modelId="{0D664C4E-3159-474E-AA40-10E3ED9857E6}" type="presOf" srcId="{8168131C-B9C6-4E4F-BBA2-E96907E2B847}" destId="{367C4FB6-8ABD-47CF-934F-3F272BA30390}" srcOrd="0" destOrd="0" presId="urn:microsoft.com/office/officeart/2005/8/layout/orgChart1"/>
    <dgm:cxn modelId="{9D2D16FF-2E73-44B5-9E97-3FECDD91EA39}" srcId="{F32BB013-8417-4548-8495-C3D2C21B70CE}" destId="{15DB53CF-E2DE-4711-9FE0-0FF0D3A76818}" srcOrd="2" destOrd="0" parTransId="{3D6F4EF1-A5E3-4A63-A534-DCB9B8F3F11B}" sibTransId="{B3005AC7-F2D0-41A3-A5C4-0844E14F3335}"/>
    <dgm:cxn modelId="{84522BB9-DF2B-4ECD-94FB-91C45EE55941}" type="presOf" srcId="{EB6082B1-92CD-49B9-BFEF-02D6C6BE45D0}" destId="{D621CFE9-9F88-4ACC-AAAD-F3C9B68F03F2}" srcOrd="0" destOrd="0" presId="urn:microsoft.com/office/officeart/2005/8/layout/orgChart1"/>
    <dgm:cxn modelId="{1501B60D-C974-4B1D-B598-68DE6056F7AA}" type="presOf" srcId="{7743D867-EBA0-4146-900C-E4958A9F1924}" destId="{F79D45CE-D184-4C7C-A1E5-1AF68BBD905E}" srcOrd="0" destOrd="0" presId="urn:microsoft.com/office/officeart/2005/8/layout/orgChart1"/>
    <dgm:cxn modelId="{9FA3F43C-CFC9-4FB4-8524-BBAE36AF7CDD}" type="presOf" srcId="{82462721-4EFE-4474-8F19-5F4CEB432996}" destId="{247FAFFD-D63B-4D00-9E94-6BED2F7D2A93}" srcOrd="0" destOrd="0" presId="urn:microsoft.com/office/officeart/2005/8/layout/orgChart1"/>
    <dgm:cxn modelId="{661054DF-E92A-49C7-AD54-39D2EC18D60B}" type="presOf" srcId="{22A79E59-CA9F-4A19-B63B-9C7BD13BE489}" destId="{F6A6A8F8-C6CB-4C3D-BFE6-D329ACD5D967}" srcOrd="1" destOrd="0" presId="urn:microsoft.com/office/officeart/2005/8/layout/orgChart1"/>
    <dgm:cxn modelId="{1CCB0A04-AAC9-42A6-BC76-B216C5AC5A13}" type="presOf" srcId="{39F91BAA-E1E9-4329-BE14-FB0ED59D7957}" destId="{920F5BA2-B784-4828-971E-C81343CB424B}" srcOrd="0" destOrd="0" presId="urn:microsoft.com/office/officeart/2005/8/layout/orgChart1"/>
    <dgm:cxn modelId="{FBBE4B18-92DC-4A75-B680-646F573030E0}" type="presOf" srcId="{A292C54B-AD67-4875-9A54-D22722F4A674}" destId="{043B0DB0-3F84-48F5-AB34-0FA5F3677061}" srcOrd="1" destOrd="0" presId="urn:microsoft.com/office/officeart/2005/8/layout/orgChart1"/>
    <dgm:cxn modelId="{B010BCB9-D41D-4CDF-BEFB-393F5B345EC9}" type="presOf" srcId="{F3BBB4B2-1A2C-46F7-8352-3AF1BE315D8C}" destId="{76C79E6E-19F9-42D0-92E7-8F9E59898A9B}" srcOrd="1" destOrd="0" presId="urn:microsoft.com/office/officeart/2005/8/layout/orgChart1"/>
    <dgm:cxn modelId="{33424DAF-74D7-4F70-B5C0-0967AF672906}" srcId="{E4D2452E-19C5-4C42-A455-2E95578C85BB}" destId="{0CE3E62C-BC2D-48DB-85C2-399DC5124B97}" srcOrd="2" destOrd="0" parTransId="{FCA85B4B-464F-4C7B-BAD1-A8F188A1063F}" sibTransId="{FAAECE3E-4222-4F2C-AB4E-D538A206AB87}"/>
    <dgm:cxn modelId="{A50F4695-620D-4062-AE04-89D4C3382EFB}" type="presOf" srcId="{1D3C732A-9989-4CBE-B162-3C87B1DB1578}" destId="{CF57802C-59F1-40A6-B4B6-0CB3CC2793E5}" srcOrd="0" destOrd="0" presId="urn:microsoft.com/office/officeart/2005/8/layout/orgChart1"/>
    <dgm:cxn modelId="{D923778B-DDFF-4AA9-8AD2-D1ABCBA8AF5B}" srcId="{4B9FF514-1B2F-46FE-BB16-93EFE3E0C07E}" destId="{7930A005-483F-4375-A741-96E3215CE5ED}" srcOrd="0" destOrd="0" parTransId="{0D9E37DA-C223-492C-AD1D-AADE9EDA1011}" sibTransId="{FD74633C-1EB0-4265-BBDB-7B842F56C691}"/>
    <dgm:cxn modelId="{53664FFC-3E16-4288-947D-E99891D87A21}" type="presOf" srcId="{3EE63049-6F91-43B7-BBD5-DA08860CD1F7}" destId="{8E857FE9-18B3-48DB-B7E7-FA44BFECD034}" srcOrd="0" destOrd="0" presId="urn:microsoft.com/office/officeart/2005/8/layout/orgChart1"/>
    <dgm:cxn modelId="{DA6FC95E-DD44-4B48-BC7F-A3B625B19329}" type="presOf" srcId="{C2435E3E-8C4F-4A37-82BA-66432DC196A5}" destId="{AAE84476-80B1-4853-8C2F-5A572D6BF374}" srcOrd="1" destOrd="0" presId="urn:microsoft.com/office/officeart/2005/8/layout/orgChart1"/>
    <dgm:cxn modelId="{CACBAA7E-6193-4BBB-85EE-D164064C0451}" type="presOf" srcId="{79318AF7-7497-4F0E-BF95-C2EE46D37F76}" destId="{13DDC916-A87F-443D-85F8-04D603850D86}" srcOrd="1" destOrd="0" presId="urn:microsoft.com/office/officeart/2005/8/layout/orgChart1"/>
    <dgm:cxn modelId="{95AEC050-F916-41B5-B90D-B69ACD8853A6}" type="presOf" srcId="{C8964F47-24C6-4D51-9E50-9C3790BBF110}" destId="{999A73A9-14A9-425D-8F5C-3E28C8D1C4B5}" srcOrd="0" destOrd="0" presId="urn:microsoft.com/office/officeart/2005/8/layout/orgChart1"/>
    <dgm:cxn modelId="{0CB17833-CD42-49D9-8360-A1B411684230}" srcId="{C8D5B040-28D6-4552-B47E-519E68BB66A8}" destId="{53DA7501-C443-45EC-BC86-B2F6345EF59A}" srcOrd="0" destOrd="0" parTransId="{AC3C3DF9-2182-4CBA-B83B-BAE8D0F8BEC3}" sibTransId="{34645626-E837-4F81-AC85-5F7D9EF68E68}"/>
    <dgm:cxn modelId="{918F232C-D622-4E94-83DD-52A1936CDAE7}" type="presOf" srcId="{DFA6BA93-D61D-4170-B2B3-D18F9C6D4133}" destId="{539B9E81-C025-48EB-A72F-DD63119CE1FA}" srcOrd="1" destOrd="0" presId="urn:microsoft.com/office/officeart/2005/8/layout/orgChart1"/>
    <dgm:cxn modelId="{0112E18A-A1E7-43AC-BC13-A393ED29D754}" type="presOf" srcId="{0CE3E62C-BC2D-48DB-85C2-399DC5124B97}" destId="{293322AB-E471-4D79-9762-D38A246B1048}" srcOrd="0" destOrd="0" presId="urn:microsoft.com/office/officeart/2005/8/layout/orgChart1"/>
    <dgm:cxn modelId="{BB77B86C-C748-433F-9E86-8BD77F229BB5}" type="presOf" srcId="{1D454B85-DEBB-43BA-AE44-43E82E45B9F9}" destId="{E2273D99-C55E-42B7-ACC9-2497FB6493EF}" srcOrd="1" destOrd="0" presId="urn:microsoft.com/office/officeart/2005/8/layout/orgChart1"/>
    <dgm:cxn modelId="{FAB16986-2F77-497E-BFA5-6B392689B4C9}" srcId="{2A883FF2-D200-42CC-9EE8-F3B5319C23B7}" destId="{1D454B85-DEBB-43BA-AE44-43E82E45B9F9}" srcOrd="1" destOrd="0" parTransId="{64ADA438-FC61-4206-9E8B-401EE89291A0}" sibTransId="{34EF11CD-36AD-41D2-99F8-161BAE229ABE}"/>
    <dgm:cxn modelId="{8A1EDB09-DE1A-43AC-980D-C13A588AEE35}" type="presOf" srcId="{FDB0BAA0-127D-4EE1-898D-464FA8298568}" destId="{D4BE2761-1A66-4F20-B0B2-74B1F642BAC9}" srcOrd="0" destOrd="0" presId="urn:microsoft.com/office/officeart/2005/8/layout/orgChart1"/>
    <dgm:cxn modelId="{94377C5A-AB66-4920-BD76-0ED83A124637}" srcId="{178632EF-1D5D-47D4-8522-E50BAD88BC8C}" destId="{B181E32C-3F17-4316-A199-A3AB5E6B2EBE}" srcOrd="4" destOrd="0" parTransId="{CD71117B-2158-4763-B51A-B203109E9E0C}" sibTransId="{72FC20F5-740B-4758-9523-7F6E315C4EBF}"/>
    <dgm:cxn modelId="{3C89CE1C-B165-4D13-8BBC-4D12C737FC78}" type="presOf" srcId="{C3FA6DD2-A2A5-41D9-B11E-C15A52CA3193}" destId="{C68776FB-A807-450A-8E2E-0BE13425F259}" srcOrd="0" destOrd="0" presId="urn:microsoft.com/office/officeart/2005/8/layout/orgChart1"/>
    <dgm:cxn modelId="{B984E513-0EDE-4940-B2BD-E7FEB919F0B1}" type="presOf" srcId="{147CF709-6543-40C8-8BBB-177CD3E21CBA}" destId="{2A8A9D4C-81BB-4C61-8B82-35051390A4A0}" srcOrd="0" destOrd="0" presId="urn:microsoft.com/office/officeart/2005/8/layout/orgChart1"/>
    <dgm:cxn modelId="{C889E0F1-9ACD-4DE5-972D-B3F145ABB387}" type="presOf" srcId="{E163FAF3-09AE-496D-BFFD-006E0222D578}" destId="{2314E471-EABF-4A1C-AF00-802AAC63F968}" srcOrd="1" destOrd="0" presId="urn:microsoft.com/office/officeart/2005/8/layout/orgChart1"/>
    <dgm:cxn modelId="{3BD62A60-DA44-4431-87D5-8A5B0D78F7CE}" type="presOf" srcId="{36BD66CC-337A-4B85-9D4D-9282CA545D5F}" destId="{7D326A84-C512-4430-AB03-87B3C3C90242}" srcOrd="0" destOrd="0" presId="urn:microsoft.com/office/officeart/2005/8/layout/orgChart1"/>
    <dgm:cxn modelId="{494DE9F1-EFB9-4C42-A784-C9DA3F4A7596}" type="presOf" srcId="{49406674-68DF-451C-B619-937CE480D6BB}" destId="{8A47608E-41A5-401D-8E12-39B41ED91C56}" srcOrd="0" destOrd="0" presId="urn:microsoft.com/office/officeart/2005/8/layout/orgChart1"/>
    <dgm:cxn modelId="{7B0E8180-1D5C-4BFA-9008-EF1D03ED33D9}" type="presOf" srcId="{BC0A0E12-ED7E-4551-A515-951491ECD489}" destId="{226C9AE6-5D89-4743-85F7-9DE2BD616034}" srcOrd="1" destOrd="0" presId="urn:microsoft.com/office/officeart/2005/8/layout/orgChart1"/>
    <dgm:cxn modelId="{58C462A7-E114-4703-8BDA-4224A71D886B}" type="presOf" srcId="{6075E4A9-CA6D-4E99-91C2-4B604D813323}" destId="{839D54D7-9968-4E63-ADE6-51DA84706B6E}" srcOrd="1" destOrd="0" presId="urn:microsoft.com/office/officeart/2005/8/layout/orgChart1"/>
    <dgm:cxn modelId="{AB318785-A8FD-4669-82BE-67EB342F6574}" type="presOf" srcId="{AC3C3DF9-2182-4CBA-B83B-BAE8D0F8BEC3}" destId="{42ABE883-8D16-43A9-8336-39DBAD477140}" srcOrd="0" destOrd="0" presId="urn:microsoft.com/office/officeart/2005/8/layout/orgChart1"/>
    <dgm:cxn modelId="{9461B16A-7B3D-4B36-85D0-57ABE0F3B97A}" srcId="{611D2582-12C4-4844-B2C7-3BC896250257}" destId="{0E4F9B47-207F-4ECD-9ECE-12D905F4DB1F}" srcOrd="1" destOrd="0" parTransId="{0E2DA3A2-1EB7-426F-9F1D-CD9D85A890DA}" sibTransId="{C27657F8-F2C3-4BAE-873A-2B7FC6B89615}"/>
    <dgm:cxn modelId="{6E8A16CB-AA7C-437E-A1F3-7BFEC6A74D04}" type="presOf" srcId="{A18EBD12-34C8-466F-ADB9-3BFFAA1068E9}" destId="{4CEEEBF5-9225-468A-A60F-7DCA5BA9C36F}" srcOrd="0" destOrd="0" presId="urn:microsoft.com/office/officeart/2005/8/layout/orgChart1"/>
    <dgm:cxn modelId="{881B9AD7-26A0-4738-94DA-FDA0C3B288F6}" type="presOf" srcId="{0E4F9B47-207F-4ECD-9ECE-12D905F4DB1F}" destId="{F061911F-9B87-474A-AB93-94AF2CA2A1F7}" srcOrd="0" destOrd="0" presId="urn:microsoft.com/office/officeart/2005/8/layout/orgChart1"/>
    <dgm:cxn modelId="{AF948DFF-BDD4-4919-8B43-61B1B890021E}" srcId="{B65BF1D9-2081-46F3-A06F-03C806DE6747}" destId="{E4D2452E-19C5-4C42-A455-2E95578C85BB}" srcOrd="0" destOrd="0" parTransId="{832D1636-B582-46CB-ADDB-9465315D6219}" sibTransId="{B1A9C969-5212-4633-965E-4F34C7B82BF9}"/>
    <dgm:cxn modelId="{4C475C88-BCCA-4480-9D85-04B40F62539A}" srcId="{C8D5B040-28D6-4552-B47E-519E68BB66A8}" destId="{F32BB013-8417-4548-8495-C3D2C21B70CE}" srcOrd="2" destOrd="0" parTransId="{317D6324-84DA-4A62-A7DC-EB0BBE6529AA}" sibTransId="{25B2FD5C-4DC3-4C2E-9980-1FC7344B18F6}"/>
    <dgm:cxn modelId="{ED6C0FAE-ED42-45FD-96EF-2B6124D320E6}" type="presOf" srcId="{ECEA844C-F72D-4815-A081-111D57ED1E89}" destId="{397ACE11-C9E7-4AFD-94B7-23B1BF819B26}" srcOrd="1" destOrd="0" presId="urn:microsoft.com/office/officeart/2005/8/layout/orgChart1"/>
    <dgm:cxn modelId="{60EEA620-24CC-418A-A1D2-A80B580BF43E}" type="presOf" srcId="{E88C7106-DA0E-4501-AE2A-2E7FC40E7221}" destId="{4A3A4162-F12F-4B7E-A490-7D0AC040B577}" srcOrd="0" destOrd="0" presId="urn:microsoft.com/office/officeart/2005/8/layout/orgChart1"/>
    <dgm:cxn modelId="{A118CBBC-2746-4E26-8B01-4AF60F4E0316}" type="presOf" srcId="{87BD3224-4529-449C-9FCA-F33D096D4094}" destId="{2ECC6BD3-48FE-4874-BF5F-0C588F2FA0EA}" srcOrd="0" destOrd="0" presId="urn:microsoft.com/office/officeart/2005/8/layout/orgChart1"/>
    <dgm:cxn modelId="{3CBAB666-9A88-4FDD-BCEF-B8FF94EE35A9}" type="presOf" srcId="{B3671E73-E68B-4668-8061-7309826BDB96}" destId="{78121285-9D60-47E9-92E7-1336289B9C3B}" srcOrd="0" destOrd="0" presId="urn:microsoft.com/office/officeart/2005/8/layout/orgChart1"/>
    <dgm:cxn modelId="{31D3F4DF-6D5F-47E4-826A-93E00EEE0C23}" type="presOf" srcId="{B470058F-60EE-4F3C-AD2C-7863DA07BA4E}" destId="{0984D350-2D03-4440-955B-E5F9E2495FBD}" srcOrd="0" destOrd="0" presId="urn:microsoft.com/office/officeart/2005/8/layout/orgChart1"/>
    <dgm:cxn modelId="{2E9D1AD7-A2EF-495D-BF27-CBC3B334D166}" srcId="{C8D5B040-28D6-4552-B47E-519E68BB66A8}" destId="{B65BF1D9-2081-46F3-A06F-03C806DE6747}" srcOrd="3" destOrd="0" parTransId="{30CB5EC6-9F09-4736-B8FF-E323B73A4EFB}" sibTransId="{EACE6677-6AE1-4DFE-BE60-826712A205C4}"/>
    <dgm:cxn modelId="{41CB29B8-E759-4D6F-B0EC-0A7A566D1B38}" type="presOf" srcId="{1D454B85-DEBB-43BA-AE44-43E82E45B9F9}" destId="{3BC6EEFB-FDA9-416A-95E6-3442EAB7D3AF}" srcOrd="0" destOrd="0" presId="urn:microsoft.com/office/officeart/2005/8/layout/orgChart1"/>
    <dgm:cxn modelId="{21B15D7F-E2F3-474E-A309-ACC00A907222}" type="presOf" srcId="{066B135B-D747-40F7-B3A0-943F9B4F1CFA}" destId="{316CA5C2-DA39-439D-A2FE-4EE056E527E5}" srcOrd="0" destOrd="0" presId="urn:microsoft.com/office/officeart/2005/8/layout/orgChart1"/>
    <dgm:cxn modelId="{928A61E4-A898-4016-A0E6-853ACB0BB5D6}" srcId="{C8D5B040-28D6-4552-B47E-519E68BB66A8}" destId="{4B9FF514-1B2F-46FE-BB16-93EFE3E0C07E}" srcOrd="1" destOrd="0" parTransId="{FA8FFD31-541F-46DA-895E-70C597652BE2}" sibTransId="{ABDCB9EB-095D-4973-9ADF-D0F08D21F698}"/>
    <dgm:cxn modelId="{B2A29BF6-5DCB-4CDB-BB53-BE17322769E5}" type="presOf" srcId="{5260B0D6-05A6-44D5-8A44-9300E294AD83}" destId="{774C2E4B-2A4E-490D-82DF-5DE7D0896CCC}" srcOrd="0" destOrd="0" presId="urn:microsoft.com/office/officeart/2005/8/layout/orgChart1"/>
    <dgm:cxn modelId="{9970F45E-2533-4BA7-8767-6B9BD566DB16}" type="presOf" srcId="{832D1636-B582-46CB-ADDB-9465315D6219}" destId="{70CDD8C3-A5EC-47DD-84BB-46C336633DB7}" srcOrd="0" destOrd="0" presId="urn:microsoft.com/office/officeart/2005/8/layout/orgChart1"/>
    <dgm:cxn modelId="{5173B533-9DC8-4A60-86DC-EB402BB7CC4C}" srcId="{611D2582-12C4-4844-B2C7-3BC896250257}" destId="{87BD3224-4529-449C-9FCA-F33D096D4094}" srcOrd="0" destOrd="0" parTransId="{A0DB071B-A482-4B6D-9E12-86E3A89F7353}" sibTransId="{64CAC58B-C9F9-490F-AB57-03A5238B1890}"/>
    <dgm:cxn modelId="{B26F14B7-8207-4D6C-B46B-DAF2CD02BF8B}" type="presOf" srcId="{87BD3224-4529-449C-9FCA-F33D096D4094}" destId="{3018231B-C635-434B-8836-59668C32DC0D}" srcOrd="1" destOrd="0" presId="urn:microsoft.com/office/officeart/2005/8/layout/orgChart1"/>
    <dgm:cxn modelId="{E1277FA1-CC96-429A-97DB-27D0CE16BA70}" type="presOf" srcId="{3F61E6F8-DF99-4CEE-A5D4-665D75A9A9D0}" destId="{AF7A0C2C-45DC-4BC9-A66E-E9D0E6E9122F}" srcOrd="0" destOrd="0" presId="urn:microsoft.com/office/officeart/2005/8/layout/orgChart1"/>
    <dgm:cxn modelId="{E0914D64-26CB-48F0-AF5D-5F2F53086916}" type="presOf" srcId="{611D2582-12C4-4844-B2C7-3BC896250257}" destId="{262D64AC-CAD8-44FB-87C9-086E86D6284C}" srcOrd="1" destOrd="0" presId="urn:microsoft.com/office/officeart/2005/8/layout/orgChart1"/>
    <dgm:cxn modelId="{13BF980C-1E5D-4FCD-8783-241CFF89CA9C}" type="presOf" srcId="{5ED9A40A-1B3E-42F8-B523-6844078A642A}" destId="{BEFD0EAC-0856-496C-BBCE-06226B660D17}" srcOrd="0" destOrd="0" presId="urn:microsoft.com/office/officeart/2005/8/layout/orgChart1"/>
    <dgm:cxn modelId="{FF30E09E-08F1-4C2F-8C1B-1A53C3A0E420}" type="presOf" srcId="{178632EF-1D5D-47D4-8522-E50BAD88BC8C}" destId="{92E2AED4-5AA8-4B72-9B43-63FE41B40327}" srcOrd="0" destOrd="0" presId="urn:microsoft.com/office/officeart/2005/8/layout/orgChart1"/>
    <dgm:cxn modelId="{E5EF3C76-9A8C-4675-8B3A-C83450B396AC}" type="presOf" srcId="{79318AF7-7497-4F0E-BF95-C2EE46D37F76}" destId="{35642D62-FE50-454F-BEEB-7C89335CAC5D}" srcOrd="0" destOrd="0" presId="urn:microsoft.com/office/officeart/2005/8/layout/orgChart1"/>
    <dgm:cxn modelId="{560BB7A9-1A7E-4094-905B-E5CC38175114}" type="presOf" srcId="{5985969D-696E-43F2-9E92-1EB373E4895B}" destId="{48A1B140-0C3E-40BB-8595-31A7616A33F8}" srcOrd="0" destOrd="0" presId="urn:microsoft.com/office/officeart/2005/8/layout/orgChart1"/>
    <dgm:cxn modelId="{76963D9A-EAA7-41E9-8ADE-E55EC657D663}" type="presOf" srcId="{4F07CCB7-9E69-49B9-9067-280BE0074271}" destId="{80D76335-82C2-4DC1-8FBC-261D59613CE0}" srcOrd="0" destOrd="0" presId="urn:microsoft.com/office/officeart/2005/8/layout/orgChart1"/>
    <dgm:cxn modelId="{1432D37A-DE89-4CF7-90CC-9A851ADC4582}" type="presOf" srcId="{FA8FFD31-541F-46DA-895E-70C597652BE2}" destId="{9DAC797B-521F-4794-911D-F78171ED013B}" srcOrd="0" destOrd="0" presId="urn:microsoft.com/office/officeart/2005/8/layout/orgChart1"/>
    <dgm:cxn modelId="{0B22A17E-1160-4791-8959-AB467745092D}" srcId="{F32BB013-8417-4548-8495-C3D2C21B70CE}" destId="{B663501F-9136-4121-ABF9-D2E3A1B47F7B}" srcOrd="1" destOrd="0" parTransId="{BECEAAE5-0408-49A5-9049-7A6A507C5958}" sibTransId="{FE771E24-4F96-4FB4-AC3E-A8A7860F04D9}"/>
    <dgm:cxn modelId="{DA69990F-D035-404A-A129-554CB400BA8A}" type="presOf" srcId="{F9238F99-139D-43FF-B12E-58CC21035AD3}" destId="{361433C5-E199-4C19-A036-1ACBC3F16EE0}" srcOrd="0" destOrd="0" presId="urn:microsoft.com/office/officeart/2005/8/layout/orgChart1"/>
    <dgm:cxn modelId="{6793F8B0-8CEB-49D5-89FF-1FB4B17E9D3A}" srcId="{ECEA844C-F72D-4815-A081-111D57ED1E89}" destId="{D1946CCB-7402-40F2-B8BC-6DBE5EA17914}" srcOrd="1" destOrd="0" parTransId="{F69C6F2D-2A49-4FAE-8EB0-FEF6B3C24AB6}" sibTransId="{A31618B2-E33F-47C5-A34D-34CE0210A808}"/>
    <dgm:cxn modelId="{59E2EB58-4E78-4A6F-98C2-50B275DAEFB1}" type="presOf" srcId="{E4D2452E-19C5-4C42-A455-2E95578C85BB}" destId="{5F4B2303-D6EC-4B1C-A097-A21FE6A367E2}" srcOrd="0" destOrd="0" presId="urn:microsoft.com/office/officeart/2005/8/layout/orgChart1"/>
    <dgm:cxn modelId="{698EACD4-6DA0-4CD3-B370-078D9FF96839}" srcId="{7930A005-483F-4375-A741-96E3215CE5ED}" destId="{B3671E73-E68B-4668-8061-7309826BDB96}" srcOrd="0" destOrd="0" parTransId="{276EBCA3-3A02-4D01-808A-7557508911AE}" sibTransId="{91EC1B1A-AE76-4898-9472-3E58DED2D27B}"/>
    <dgm:cxn modelId="{16323E20-D9BC-4D01-9DDC-B60F54585587}" type="presOf" srcId="{A37922AD-8D3D-4DD2-8A32-BFAD633EE508}" destId="{62940B93-B688-4BD3-9D68-0F526644ACA1}" srcOrd="1" destOrd="0" presId="urn:microsoft.com/office/officeart/2005/8/layout/orgChart1"/>
    <dgm:cxn modelId="{B9D48485-0450-4A74-8019-324891DF9ED1}" type="presOf" srcId="{8BE453B6-1989-413E-893F-8867CE9348FB}" destId="{6B3623B4-FD6F-40E9-9656-5785EA4E8317}" srcOrd="0" destOrd="0" presId="urn:microsoft.com/office/officeart/2005/8/layout/orgChart1"/>
    <dgm:cxn modelId="{DA2EC20A-070C-4AC6-9238-3FBBE6DE1012}" srcId="{3F61E6F8-DF99-4CEE-A5D4-665D75A9A9D0}" destId="{445EB488-7E1D-4270-95BD-EBEF41CE1EA9}" srcOrd="0" destOrd="0" parTransId="{179412D7-5005-4E37-BD34-F2BF886C5C6D}" sibTransId="{BBFD7B84-4C5A-4522-874B-66921355B733}"/>
    <dgm:cxn modelId="{FDE1A2E9-7094-46A3-BB6B-92CBFE12A84E}" type="presOf" srcId="{9715A99F-FCDC-4C4F-AF54-4BF0AC7A20A6}" destId="{94BA9FB2-FDE3-4E13-9F5F-5B7FDFE9EA9A}" srcOrd="0" destOrd="0" presId="urn:microsoft.com/office/officeart/2005/8/layout/orgChart1"/>
    <dgm:cxn modelId="{8DE28FCD-1C2A-4F0E-972E-C75EE84F4DCE}" type="presOf" srcId="{F194C2D7-318C-44D4-B370-18761D313E41}" destId="{65261B2C-D399-44E7-BF87-27DC76169720}" srcOrd="0" destOrd="0" presId="urn:microsoft.com/office/officeart/2005/8/layout/orgChart1"/>
    <dgm:cxn modelId="{D86A493C-048E-4F4D-8840-42D5C9ABB99A}" type="presOf" srcId="{924A3C4B-DEE4-43E8-A4F7-2754FCCF8D04}" destId="{3CF044E6-5F54-42AB-AF85-05D040F7CE12}" srcOrd="0" destOrd="0" presId="urn:microsoft.com/office/officeart/2005/8/layout/orgChart1"/>
    <dgm:cxn modelId="{D224A133-5519-4093-8CA5-C1A2E66DF941}" type="presOf" srcId="{C8D5B040-28D6-4552-B47E-519E68BB66A8}" destId="{14E187F1-CF2A-4828-AAB1-859218607CA5}" srcOrd="0" destOrd="0" presId="urn:microsoft.com/office/officeart/2005/8/layout/orgChart1"/>
    <dgm:cxn modelId="{B992C81F-C061-4453-8FDA-2847497D6F5E}" type="presOf" srcId="{276EBCA3-3A02-4D01-808A-7557508911AE}" destId="{EF20C487-8837-40BF-AA00-57E4F8416012}" srcOrd="0" destOrd="0" presId="urn:microsoft.com/office/officeart/2005/8/layout/orgChart1"/>
    <dgm:cxn modelId="{48FCF7CC-8ED7-4E8E-8DFE-B61D10C17160}" srcId="{8D7FD480-E28D-4BA3-A312-5AE2504AF705}" destId="{22A79E59-CA9F-4A19-B63B-9C7BD13BE489}" srcOrd="2" destOrd="0" parTransId="{46B72DC6-D7F4-4A1B-9500-C25738DF3A4D}" sibTransId="{D225076E-4106-4C08-B155-5D2F2DE9E4C7}"/>
    <dgm:cxn modelId="{0FD38E56-7B8F-4003-8571-4A703CEA999B}" type="presOf" srcId="{4B9FF514-1B2F-46FE-BB16-93EFE3E0C07E}" destId="{A66C352C-DD7F-4E41-82B9-E0C8EC8B6FA3}" srcOrd="1" destOrd="0" presId="urn:microsoft.com/office/officeart/2005/8/layout/orgChart1"/>
    <dgm:cxn modelId="{EEA46379-580F-4410-951C-86341CF8AA34}" type="presOf" srcId="{BC0A0E12-ED7E-4551-A515-951491ECD489}" destId="{E6DFC386-B629-43EF-BCE1-B77C9A112754}" srcOrd="0" destOrd="0" presId="urn:microsoft.com/office/officeart/2005/8/layout/orgChart1"/>
    <dgm:cxn modelId="{78F9B640-EDBC-4C57-BA9F-DAAF3BEAD3C3}" type="presOf" srcId="{0D9E37DA-C223-492C-AD1D-AADE9EDA1011}" destId="{035F91EF-08D4-4A13-8427-F45F075C50E0}" srcOrd="0" destOrd="0" presId="urn:microsoft.com/office/officeart/2005/8/layout/orgChart1"/>
    <dgm:cxn modelId="{DDBD365B-26E1-49F0-BA0B-DC59D5582456}" type="presOf" srcId="{B181E32C-3F17-4316-A199-A3AB5E6B2EBE}" destId="{0C6323C3-4DB1-476B-A5D4-57F66523431E}" srcOrd="0" destOrd="0" presId="urn:microsoft.com/office/officeart/2005/8/layout/orgChart1"/>
    <dgm:cxn modelId="{74F36AE7-42B7-44D7-973A-8233B9925C25}" srcId="{7930A005-483F-4375-A741-96E3215CE5ED}" destId="{9715A99F-FCDC-4C4F-AF54-4BF0AC7A20A6}" srcOrd="2" destOrd="0" parTransId="{8BE453B6-1989-413E-893F-8867CE9348FB}" sibTransId="{897C3260-2308-463F-9E53-9014F6935AF4}"/>
    <dgm:cxn modelId="{0A003819-275E-4174-8F71-93691C46ABC5}" type="presOf" srcId="{1E7825B4-283B-40C7-B71D-9ACA5BA60D18}" destId="{87749A6E-0DAC-41F1-9BDA-2DA399BDC9A4}" srcOrd="1" destOrd="0" presId="urn:microsoft.com/office/officeart/2005/8/layout/orgChart1"/>
    <dgm:cxn modelId="{9C6EC51D-ED1B-4B41-AF99-BE6BF937A8DE}" type="presOf" srcId="{C8964F47-24C6-4D51-9E50-9C3790BBF110}" destId="{3BA3236B-AA5D-4A86-83DF-AF6E87BBAC94}" srcOrd="1" destOrd="0" presId="urn:microsoft.com/office/officeart/2005/8/layout/orgChart1"/>
    <dgm:cxn modelId="{195FDAC0-5E15-4F6B-98C2-BB1D20F634BB}" type="presOf" srcId="{FCA85B4B-464F-4C7B-BAD1-A8F188A1063F}" destId="{1FC57C88-5F35-4D10-8C71-25D456DD148E}" srcOrd="0" destOrd="0" presId="urn:microsoft.com/office/officeart/2005/8/layout/orgChart1"/>
    <dgm:cxn modelId="{96F62464-7BFE-44B0-9CD0-DEBFC628DABA}" type="presOf" srcId="{F9C1D3A0-671D-4F63-830B-D45DEABF9D7C}" destId="{4E21DD4D-092D-4DA5-8535-53003C0D59EC}" srcOrd="1" destOrd="0" presId="urn:microsoft.com/office/officeart/2005/8/layout/orgChart1"/>
    <dgm:cxn modelId="{4FAC246D-0C48-4E96-81CB-06E7B7DA2B1C}" type="presOf" srcId="{9B559134-3AA2-40F6-82A2-B097F1B1201A}" destId="{4B10EC79-7C2B-46E6-92C7-08BA79D6B5E1}" srcOrd="0" destOrd="0" presId="urn:microsoft.com/office/officeart/2005/8/layout/orgChart1"/>
    <dgm:cxn modelId="{01FB7F31-E094-4859-BEDC-182CACCEA90F}" type="presOf" srcId="{ECEA844C-F72D-4815-A081-111D57ED1E89}" destId="{4BCE739B-4BFA-4A3C-8E8D-CB1A00189295}" srcOrd="0" destOrd="0" presId="urn:microsoft.com/office/officeart/2005/8/layout/orgChart1"/>
    <dgm:cxn modelId="{4C988B4F-1327-4FB2-8D7B-A472A5CF52A9}" srcId="{8D7FD480-E28D-4BA3-A312-5AE2504AF705}" destId="{1D3C732A-9989-4CBE-B162-3C87B1DB1578}" srcOrd="0" destOrd="0" parTransId="{E83F6D9F-C5D9-4B7D-8A65-C99173A1779D}" sibTransId="{C79AC462-B731-4D19-8116-0AFBE3E2D246}"/>
    <dgm:cxn modelId="{8E267284-9893-413F-B2DF-F44C9BEBE8C7}" type="presOf" srcId="{D8F5818D-D5D6-4780-B9FB-1AABFE4372F0}" destId="{2EA92358-20B2-4438-BE5D-B5278762AE22}" srcOrd="0" destOrd="0" presId="urn:microsoft.com/office/officeart/2005/8/layout/orgChart1"/>
    <dgm:cxn modelId="{7E424CD4-104C-4B59-8139-47B5B81B392B}" srcId="{5ED9A40A-1B3E-42F8-B523-6844078A642A}" destId="{F9C1D3A0-671D-4F63-830B-D45DEABF9D7C}" srcOrd="1" destOrd="0" parTransId="{79D5C86E-5679-48C4-A588-3E2252121156}" sibTransId="{C55B8039-C01B-47A8-9C83-38CDFA128CBF}"/>
    <dgm:cxn modelId="{748F30DE-AE4F-4206-A1FD-005AD7F2312A}" type="presOf" srcId="{B65BF1D9-2081-46F3-A06F-03C806DE6747}" destId="{23709E31-2061-41D9-B659-D8D065D10726}" srcOrd="1" destOrd="0" presId="urn:microsoft.com/office/officeart/2005/8/layout/orgChart1"/>
    <dgm:cxn modelId="{2EE1CD05-3ACD-4B83-9674-96439FF7579E}" type="presOf" srcId="{044E20C2-4BC7-42CA-880F-8A493B0FF82E}" destId="{32B30DC3-F8D6-4897-9E87-73B87CEF0700}" srcOrd="1" destOrd="0" presId="urn:microsoft.com/office/officeart/2005/8/layout/orgChart1"/>
    <dgm:cxn modelId="{FE26B054-8CDC-47F2-8C09-AA479A538477}" type="presOf" srcId="{BCECBA21-B7D1-48CB-9841-C105BBB29C0B}" destId="{93EE260C-323E-4F63-8F0C-4903F826474B}" srcOrd="1" destOrd="0" presId="urn:microsoft.com/office/officeart/2005/8/layout/orgChart1"/>
    <dgm:cxn modelId="{983CF0D3-ABCE-49AD-9AA7-B3AE5961B5DE}" type="presOf" srcId="{A0DB071B-A482-4B6D-9E12-86E3A89F7353}" destId="{4B4C0727-9271-4480-BC92-B49462529C31}" srcOrd="0" destOrd="0" presId="urn:microsoft.com/office/officeart/2005/8/layout/orgChart1"/>
    <dgm:cxn modelId="{45D9BB06-49EF-4E77-BC09-865CCAE76456}" type="presOf" srcId="{D5A09FD2-101E-4E55-B63F-067006048CC6}" destId="{FB7D5523-C058-438F-9396-35CAB5CD82CD}" srcOrd="0" destOrd="0" presId="urn:microsoft.com/office/officeart/2005/8/layout/orgChart1"/>
    <dgm:cxn modelId="{4FB99394-AE70-4E4F-9B27-7CE54D519418}" type="presOf" srcId="{0E2DA3A2-1EB7-426F-9F1D-CD9D85A890DA}" destId="{1310452D-7005-427F-A62F-7375FA88CAD8}" srcOrd="0" destOrd="0" presId="urn:microsoft.com/office/officeart/2005/8/layout/orgChart1"/>
    <dgm:cxn modelId="{6432418D-8F5D-4C30-A29D-207391544EE6}" type="presOf" srcId="{D098DF6A-46F9-4718-9308-406FCFE65E06}" destId="{1D902BB9-D14B-45CD-80A4-A0024D716594}" srcOrd="0" destOrd="0" presId="urn:microsoft.com/office/officeart/2005/8/layout/orgChart1"/>
    <dgm:cxn modelId="{9CF6E2F7-3BEC-4243-853E-197DE61ADF44}" type="presOf" srcId="{5ED9A40A-1B3E-42F8-B523-6844078A642A}" destId="{DA55E16D-AC35-4B6D-BDDB-1F17163D7C93}" srcOrd="1" destOrd="0" presId="urn:microsoft.com/office/officeart/2005/8/layout/orgChart1"/>
    <dgm:cxn modelId="{87EB1845-B2E5-4C15-A295-60FA5A1E3DC4}" srcId="{8D7FD480-E28D-4BA3-A312-5AE2504AF705}" destId="{5985969D-696E-43F2-9E92-1EB373E4895B}" srcOrd="1" destOrd="0" parTransId="{36BD66CC-337A-4B85-9D4D-9282CA545D5F}" sibTransId="{5FBA6EF0-AE24-4B7B-8D81-5289A8903AFA}"/>
    <dgm:cxn modelId="{B10A49AD-3C02-4C91-A9ED-EE700DE180C2}" type="presOf" srcId="{7EF50816-2B58-4E17-8323-00B193543A21}" destId="{8DC63504-3DCC-47F1-85A4-6018EDC93E6D}" srcOrd="0" destOrd="0" presId="urn:microsoft.com/office/officeart/2005/8/layout/orgChart1"/>
    <dgm:cxn modelId="{DA238837-CB94-4436-BA76-6A05A2FB9986}" type="presOf" srcId="{E83F6D9F-C5D9-4B7D-8A65-C99173A1779D}" destId="{C0F301FA-D51E-4F0F-A6E6-417BAE580B84}" srcOrd="0" destOrd="0" presId="urn:microsoft.com/office/officeart/2005/8/layout/orgChart1"/>
    <dgm:cxn modelId="{BBD05AD6-ACCC-4AC0-970F-206D6B3E104B}" srcId="{2A883FF2-D200-42CC-9EE8-F3B5319C23B7}" destId="{044E20C2-4BC7-42CA-880F-8A493B0FF82E}" srcOrd="0" destOrd="0" parTransId="{7C34B6DF-3F1E-4AF0-A633-BA987B915B82}" sibTransId="{9B4B6C03-A7FB-4898-B3FC-1BEB72D8A366}"/>
    <dgm:cxn modelId="{24D3B4AB-3E38-4AE5-9D35-ADD103079E1C}" type="presOf" srcId="{80877D95-3EC3-4CE3-BDD6-F0E3CBCA901A}" destId="{1B81D404-681F-4CD2-B07D-F9033491CDE4}" srcOrd="0" destOrd="0" presId="urn:microsoft.com/office/officeart/2005/8/layout/orgChart1"/>
    <dgm:cxn modelId="{47ED5C81-2A71-4138-B9B5-32254474555B}" type="presOf" srcId="{15DB53CF-E2DE-4711-9FE0-0FF0D3A76818}" destId="{9A9F4515-B201-4CB9-B7A1-49833A7D236C}" srcOrd="1" destOrd="0" presId="urn:microsoft.com/office/officeart/2005/8/layout/orgChart1"/>
    <dgm:cxn modelId="{A2E93CFA-7918-4501-96B9-5917F6220D01}" srcId="{C8D5B040-28D6-4552-B47E-519E68BB66A8}" destId="{178632EF-1D5D-47D4-8522-E50BAD88BC8C}" srcOrd="6" destOrd="0" parTransId="{49406674-68DF-451C-B619-937CE480D6BB}" sibTransId="{1309C417-55A2-4840-B661-57E342250BE1}"/>
    <dgm:cxn modelId="{7FD6E20A-D702-4AFD-8320-695F8839E26F}" type="presOf" srcId="{317D6324-84DA-4A62-A7DC-EB0BBE6529AA}" destId="{B4FC89F5-0990-437F-B774-BA6B3C0D806E}" srcOrd="0" destOrd="0" presId="urn:microsoft.com/office/officeart/2005/8/layout/orgChart1"/>
    <dgm:cxn modelId="{D9CFFF19-0E15-458D-89D8-70FA5CD5363E}" type="presOf" srcId="{8B22D748-956D-40C2-8146-E8AAD675E788}" destId="{689C4A91-073F-4FD0-9BAD-7A00CBF0B326}" srcOrd="0" destOrd="0" presId="urn:microsoft.com/office/officeart/2005/8/layout/orgChart1"/>
    <dgm:cxn modelId="{ADEEF66B-25B6-44DD-9516-897F8780AE26}" type="presOf" srcId="{D1946CCB-7402-40F2-B8BC-6DBE5EA17914}" destId="{4032A64F-DB87-4951-B04C-20080857F4F4}" srcOrd="1" destOrd="0" presId="urn:microsoft.com/office/officeart/2005/8/layout/orgChart1"/>
    <dgm:cxn modelId="{2C62F1D4-E7B1-4F92-AF9E-81E3A7E09C20}" type="presOf" srcId="{8D7FD480-E28D-4BA3-A312-5AE2504AF705}" destId="{C5575CEB-FEF3-49F9-BF2E-64BA75EFE9B7}" srcOrd="1" destOrd="0" presId="urn:microsoft.com/office/officeart/2005/8/layout/orgChart1"/>
    <dgm:cxn modelId="{F6BF095B-910F-4FEA-AC38-8B668B7AD506}" srcId="{FDB0BAA0-127D-4EE1-898D-464FA8298568}" destId="{6075E4A9-CA6D-4E99-91C2-4B604D813323}" srcOrd="0" destOrd="0" parTransId="{3581CB07-5E39-4E5F-B274-D965209C9708}" sibTransId="{D6C25E6C-B29E-44F2-AE73-1937053FA4EC}"/>
    <dgm:cxn modelId="{A85EF7A3-065E-4C6C-8924-6A566A8E9787}" type="presOf" srcId="{5985969D-696E-43F2-9E92-1EB373E4895B}" destId="{43DFB873-5A41-4E70-A786-4413553B86D5}" srcOrd="1" destOrd="0" presId="urn:microsoft.com/office/officeart/2005/8/layout/orgChart1"/>
    <dgm:cxn modelId="{66915683-3374-4B61-8C39-3A4F5827EB7D}" srcId="{178632EF-1D5D-47D4-8522-E50BAD88BC8C}" destId="{A37922AD-8D3D-4DD2-8A32-BFAD633EE508}" srcOrd="1" destOrd="0" parTransId="{C1B3811B-5D2D-4C94-9849-CB7AEF3978C0}" sibTransId="{F6F75B9B-582C-4BC5-BD29-F916D699C72F}"/>
    <dgm:cxn modelId="{D687FDF5-1011-41AE-83EF-65035769FE0C}" type="presOf" srcId="{178632EF-1D5D-47D4-8522-E50BAD88BC8C}" destId="{7C89CB58-54C6-4D69-975D-2AB4C065AE63}" srcOrd="1" destOrd="0" presId="urn:microsoft.com/office/officeart/2005/8/layout/orgChart1"/>
    <dgm:cxn modelId="{31FC6094-40D9-40EA-962C-E5DF55C802B1}" type="presOf" srcId="{22A79E59-CA9F-4A19-B63B-9C7BD13BE489}" destId="{3B139BE8-806F-401F-9BCD-350001627645}" srcOrd="0" destOrd="0" presId="urn:microsoft.com/office/officeart/2005/8/layout/orgChart1"/>
    <dgm:cxn modelId="{CE52F6BC-ADE5-4D65-B048-34EF4BBF3DF7}" type="presOf" srcId="{7C34B6DF-3F1E-4AF0-A633-BA987B915B82}" destId="{2EAADBB8-C9A4-4210-AE0D-E93AAE2A7938}" srcOrd="0" destOrd="0" presId="urn:microsoft.com/office/officeart/2005/8/layout/orgChart1"/>
    <dgm:cxn modelId="{042C1351-2D51-4274-BA42-444304E4072A}" srcId="{C8D5B040-28D6-4552-B47E-519E68BB66A8}" destId="{25E52169-9479-4FF8-A606-96024E0B0B05}" srcOrd="5" destOrd="0" parTransId="{5260B0D6-05A6-44D5-8A44-9300E294AD83}" sibTransId="{3B776EA0-CA1C-44BD-88AE-9F58064EC2FD}"/>
    <dgm:cxn modelId="{C92C4A25-DCD8-4341-AB3E-D3D3E4465102}" type="presOf" srcId="{1F8BC90E-37C6-4E99-A88C-747BD4A5F9F2}" destId="{56B0F4AD-5411-4C53-B01C-6AD4ADB484DD}" srcOrd="1" destOrd="0" presId="urn:microsoft.com/office/officeart/2005/8/layout/orgChart1"/>
    <dgm:cxn modelId="{30098D43-4E77-49B4-9232-05C05FB578CA}" srcId="{F32BB013-8417-4548-8495-C3D2C21B70CE}" destId="{C2435E3E-8C4F-4A37-82BA-66432DC196A5}" srcOrd="0" destOrd="0" parTransId="{D5A09FD2-101E-4E55-B63F-067006048CC6}" sibTransId="{C75FC800-5D8F-4A4C-9EB3-8FDBFC01FD2C}"/>
    <dgm:cxn modelId="{6FBDC688-4595-47A9-AD82-6F3FDECA458D}" type="presOf" srcId="{34D3C2EA-6427-4186-B13C-2C7537F7D189}" destId="{66C23CFA-F5DB-48D7-B8FA-68738EEF5A7A}" srcOrd="0" destOrd="0" presId="urn:microsoft.com/office/officeart/2005/8/layout/orgChart1"/>
    <dgm:cxn modelId="{82E8174E-C0F4-49FC-97E3-A297F4B563D6}" type="presOf" srcId="{8D7FD480-E28D-4BA3-A312-5AE2504AF705}" destId="{5B89589A-3326-4A05-96A8-E988578C54CD}" srcOrd="0" destOrd="0" presId="urn:microsoft.com/office/officeart/2005/8/layout/orgChart1"/>
    <dgm:cxn modelId="{A905F2AC-0F0B-4632-9861-7A2B959A8563}" srcId="{53DA7501-C443-45EC-BC86-B2F6345EF59A}" destId="{ECEA844C-F72D-4815-A081-111D57ED1E89}" srcOrd="1" destOrd="0" parTransId="{47C04187-1413-4736-A9D1-66F7E73E8C0C}" sibTransId="{21AC4A29-723A-4DBA-A2E1-7215ACD748D3}"/>
    <dgm:cxn modelId="{56BD8638-AFAB-43C5-A9A4-674A64633138}" type="presOf" srcId="{53DA7501-C443-45EC-BC86-B2F6345EF59A}" destId="{2B2CB09F-4ABC-4266-ACF0-794EBD34F821}" srcOrd="1" destOrd="0" presId="urn:microsoft.com/office/officeart/2005/8/layout/orgChart1"/>
    <dgm:cxn modelId="{819EF8B8-B50D-4BAF-BF63-4531972FF0B1}" srcId="{178632EF-1D5D-47D4-8522-E50BAD88BC8C}" destId="{4C2DD090-C5E0-401E-B9BA-7292D365AAF8}" srcOrd="3" destOrd="0" parTransId="{D8F5818D-D5D6-4780-B9FB-1AABFE4372F0}" sibTransId="{C431E1CB-5CA4-46B3-8765-10134EDCF130}"/>
    <dgm:cxn modelId="{1CE112CE-BD23-424A-B667-0B61EA4C5C55}" type="presOf" srcId="{EB6082B1-92CD-49B9-BFEF-02D6C6BE45D0}" destId="{AE8594D3-648A-4EE7-8AFF-9AE6395B0C6D}" srcOrd="1" destOrd="0" presId="urn:microsoft.com/office/officeart/2005/8/layout/orgChart1"/>
    <dgm:cxn modelId="{C2806E74-4F5D-4750-83BB-0E4ECFE4D102}" type="presOf" srcId="{8B22D748-956D-40C2-8146-E8AAD675E788}" destId="{05E52912-824E-41FD-96DE-5C31741861D6}" srcOrd="1" destOrd="0" presId="urn:microsoft.com/office/officeart/2005/8/layout/orgChart1"/>
    <dgm:cxn modelId="{0C990BAD-F8BA-49F9-89E7-1D9566E0C1A2}" type="presOf" srcId="{B65BF1D9-2081-46F3-A06F-03C806DE6747}" destId="{2086630D-EE78-4B15-BA7F-A7FF8E98AB77}" srcOrd="0" destOrd="0" presId="urn:microsoft.com/office/officeart/2005/8/layout/orgChart1"/>
    <dgm:cxn modelId="{57C57C65-A479-40AC-BD77-272C3AC7E24F}" type="presOf" srcId="{179412D7-5005-4E37-BD34-F2BF886C5C6D}" destId="{367FD61D-DF57-4A06-8D7A-A9C7DDA60682}" srcOrd="0" destOrd="0" presId="urn:microsoft.com/office/officeart/2005/8/layout/orgChart1"/>
    <dgm:cxn modelId="{DC99CC28-E3B1-4EF7-BA07-86E98CA45CB6}" type="presOf" srcId="{4C2DD090-C5E0-401E-B9BA-7292D365AAF8}" destId="{2BD8E82C-D1A1-446D-A45C-915393C76574}" srcOrd="0" destOrd="0" presId="urn:microsoft.com/office/officeart/2005/8/layout/orgChart1"/>
    <dgm:cxn modelId="{FCABA5F6-EA9C-4305-8447-84FC17024034}" srcId="{B65BF1D9-2081-46F3-A06F-03C806DE6747}" destId="{3F61E6F8-DF99-4CEE-A5D4-665D75A9A9D0}" srcOrd="1" destOrd="0" parTransId="{F194C2D7-318C-44D4-B370-18761D313E41}" sibTransId="{E07BCEC1-A5EA-4B6C-BCA0-62D9CA2D9D39}"/>
    <dgm:cxn modelId="{E76A1F2B-9955-4D8D-9D87-67233AC1FFAC}" type="presOf" srcId="{C17F0B4E-C1E9-45D6-BEA4-98338132F282}" destId="{07DD3AFF-4DD5-4F07-9744-234EE524FD8E}" srcOrd="0" destOrd="0" presId="urn:microsoft.com/office/officeart/2005/8/layout/orgChart1"/>
    <dgm:cxn modelId="{9B3E1B32-C883-43EE-9372-0B7E6F29A3DB}" type="presOf" srcId="{7930A005-483F-4375-A741-96E3215CE5ED}" destId="{73421AA2-78DE-48E8-BAB3-0261D0669B4C}" srcOrd="1" destOrd="0" presId="urn:microsoft.com/office/officeart/2005/8/layout/orgChart1"/>
    <dgm:cxn modelId="{E7AE2B12-F8F4-46F1-BAF9-E50445D65608}" type="presOf" srcId="{E504599C-F7AE-43F3-83ED-177F3E939393}" destId="{8FA462F6-025B-4F52-BA86-103AACE46293}" srcOrd="0" destOrd="0" presId="urn:microsoft.com/office/officeart/2005/8/layout/orgChart1"/>
    <dgm:cxn modelId="{66963F99-11D1-49A8-856A-9D9F7B41D2D8}" srcId="{ECEA844C-F72D-4815-A081-111D57ED1E89}" destId="{1F8BC90E-37C6-4E99-A88C-747BD4A5F9F2}" srcOrd="0" destOrd="0" parTransId="{3C725FD3-A3B6-4BD4-9018-FF23BE837D46}" sibTransId="{6504618A-9F0B-4C04-B2BB-B3D7DB4F34B9}"/>
    <dgm:cxn modelId="{8BF7DF1C-FD80-4809-8518-D593CD65A8FE}" type="presOf" srcId="{0E4F9B47-207F-4ECD-9ECE-12D905F4DB1F}" destId="{AC9095EC-13E9-426E-9EDA-FF57ADA2C5DB}" srcOrd="1" destOrd="0" presId="urn:microsoft.com/office/officeart/2005/8/layout/orgChart1"/>
    <dgm:cxn modelId="{04F3F706-E690-4BB9-AF93-94072694E198}" type="presOf" srcId="{1E7825B4-283B-40C7-B71D-9ACA5BA60D18}" destId="{CCC9555B-412C-481E-83EF-1EFA958D5314}" srcOrd="0" destOrd="0" presId="urn:microsoft.com/office/officeart/2005/8/layout/orgChart1"/>
    <dgm:cxn modelId="{C2915D97-6254-43DD-8DD4-F4F8CB4362BA}" type="presOf" srcId="{9B559134-3AA2-40F6-82A2-B097F1B1201A}" destId="{81877B7E-1E86-4429-B43C-E679C94643EE}" srcOrd="1" destOrd="0" presId="urn:microsoft.com/office/officeart/2005/8/layout/orgChart1"/>
    <dgm:cxn modelId="{6B3EABE6-D233-446E-8BEB-55D0236C693A}" type="presOf" srcId="{A292C54B-AD67-4875-9A54-D22722F4A674}" destId="{11BB3F5A-B12A-4B83-A5FB-275B3CF47DFB}" srcOrd="0" destOrd="0" presId="urn:microsoft.com/office/officeart/2005/8/layout/orgChart1"/>
    <dgm:cxn modelId="{F3BC59B8-FD8F-4819-B884-394984D665A5}" type="presOf" srcId="{1D3C732A-9989-4CBE-B162-3C87B1DB1578}" destId="{966738BB-285A-4BA8-85DB-F36052B90B79}" srcOrd="1" destOrd="0" presId="urn:microsoft.com/office/officeart/2005/8/layout/orgChart1"/>
    <dgm:cxn modelId="{85D79B0C-B009-4B0A-BFCD-2D6510C66ABB}" type="presOf" srcId="{79D5C86E-5679-48C4-A588-3E2252121156}" destId="{F66C070F-7C6A-419C-9123-EB2E9B746E9A}" srcOrd="0" destOrd="0" presId="urn:microsoft.com/office/officeart/2005/8/layout/orgChart1"/>
    <dgm:cxn modelId="{DF6FD482-1626-41EC-BC14-CE78725B54DA}" srcId="{FDB0BAA0-127D-4EE1-898D-464FA8298568}" destId="{C3FA6DD2-A2A5-41D9-B11E-C15A52CA3193}" srcOrd="1" destOrd="0" parTransId="{39F91BAA-E1E9-4329-BE14-FB0ED59D7957}" sibTransId="{572F38BC-328B-41B0-AD41-DC06F0DFF497}"/>
    <dgm:cxn modelId="{08FF45CD-245F-495F-9479-E901AFB3E7FF}" srcId="{178632EF-1D5D-47D4-8522-E50BAD88BC8C}" destId="{DFA6BA93-D61D-4170-B2B3-D18F9C6D4133}" srcOrd="0" destOrd="0" parTransId="{C9874DCE-2817-4BF1-9530-4EDDFB4B8C99}" sibTransId="{45FAB6B0-48A0-4016-AABA-EC73CDC3EB93}"/>
    <dgm:cxn modelId="{37AF91E4-480F-4756-BE22-C807FB35E964}" type="presOf" srcId="{3EE63049-6F91-43B7-BBD5-DA08860CD1F7}" destId="{2700A237-476A-41F7-BD9E-716686377647}" srcOrd="1" destOrd="0" presId="urn:microsoft.com/office/officeart/2005/8/layout/orgChart1"/>
    <dgm:cxn modelId="{C1180B4A-96B4-49D1-B9FD-5C7E152AF799}" srcId="{53DA7501-C443-45EC-BC86-B2F6345EF59A}" destId="{FDB0BAA0-127D-4EE1-898D-464FA8298568}" srcOrd="0" destOrd="0" parTransId="{8168131C-B9C6-4E4F-BBA2-E96907E2B847}" sibTransId="{615EAEDF-280D-45C5-AFB8-14D1168B9FB2}"/>
    <dgm:cxn modelId="{8FF30214-7ADF-4CB9-BE5B-D77D2B3ECA83}" type="presOf" srcId="{15DB53CF-E2DE-4711-9FE0-0FF0D3A76818}" destId="{A25988E3-530D-4DBA-9949-829C4CCBD6ED}" srcOrd="0" destOrd="0" presId="urn:microsoft.com/office/officeart/2005/8/layout/orgChart1"/>
    <dgm:cxn modelId="{7AAF7BB5-6CAD-4A9F-8F87-088CFEF36DCA}" type="presOf" srcId="{7EF50816-2B58-4E17-8323-00B193543A21}" destId="{75AF7122-882C-4A6B-AD8C-BD324FA3D535}" srcOrd="1" destOrd="0" presId="urn:microsoft.com/office/officeart/2005/8/layout/orgChart1"/>
    <dgm:cxn modelId="{42048DBC-A138-40F4-882D-A60A8FB1AFCC}" type="presOf" srcId="{CE256801-BAF9-4C3C-9F75-F2A0D2B67ABF}" destId="{5B2EA293-368B-45F0-AE57-205F2B0AB1BC}" srcOrd="0" destOrd="0" presId="urn:microsoft.com/office/officeart/2005/8/layout/orgChart1"/>
    <dgm:cxn modelId="{2A764A04-A0EF-461C-8D31-0FC1B7289538}" type="presOf" srcId="{2A883FF2-D200-42CC-9EE8-F3B5319C23B7}" destId="{223CB4EB-03E5-472A-A5E8-0ABC860E7FFC}" srcOrd="1" destOrd="0" presId="urn:microsoft.com/office/officeart/2005/8/layout/orgChart1"/>
    <dgm:cxn modelId="{D620BA96-D57B-4DEA-8EB1-F92CA6FC519D}" type="presOf" srcId="{2A883FF2-D200-42CC-9EE8-F3B5319C23B7}" destId="{5E795B2F-2DC5-46D7-B18D-CADC983792C9}" srcOrd="0" destOrd="0" presId="urn:microsoft.com/office/officeart/2005/8/layout/orgChart1"/>
    <dgm:cxn modelId="{7EA3A495-4185-4106-8F88-571EA5856100}" type="presOf" srcId="{3D6F4EF1-A5E3-4A63-A534-DCB9B8F3F11B}" destId="{FF579F33-4197-45B8-96F7-07CAF5208A37}" srcOrd="0" destOrd="0" presId="urn:microsoft.com/office/officeart/2005/8/layout/orgChart1"/>
    <dgm:cxn modelId="{8ADF4FF3-3933-4A17-B7DE-5A2B77DEBBAB}" type="presOf" srcId="{FDB0BAA0-127D-4EE1-898D-464FA8298568}" destId="{C93ACFB4-88BD-45AC-BA37-0D26BEFF4D23}" srcOrd="1" destOrd="0" presId="urn:microsoft.com/office/officeart/2005/8/layout/orgChart1"/>
    <dgm:cxn modelId="{BDBF2FD8-FD0B-4ED5-89EF-1B9F6160FCF0}" type="presOf" srcId="{D1946CCB-7402-40F2-B8BC-6DBE5EA17914}" destId="{0EBF951B-E01E-4155-8BC6-7E5E7AF9302B}" srcOrd="0" destOrd="0" presId="urn:microsoft.com/office/officeart/2005/8/layout/orgChart1"/>
    <dgm:cxn modelId="{0D3B0081-99DC-4394-8F85-83AEEAFA9F79}" type="presOf" srcId="{BCECBA21-B7D1-48CB-9841-C105BBB29C0B}" destId="{B0DCDBF4-9746-4DB3-A2A9-6C1FBA1659FF}" srcOrd="0" destOrd="0" presId="urn:microsoft.com/office/officeart/2005/8/layout/orgChart1"/>
    <dgm:cxn modelId="{47D5BAC5-BC9E-4E35-80E3-F45FBA05B933}" type="presParOf" srcId="{C94B9547-CD0B-4130-B6EA-C1A8B89620AC}" destId="{D0F6F724-BDE2-48D0-A27D-07ED66B78727}" srcOrd="0" destOrd="0" presId="urn:microsoft.com/office/officeart/2005/8/layout/orgChart1"/>
    <dgm:cxn modelId="{B7E26ACF-5A3C-4362-94EB-1D6584E1EA0D}" type="presParOf" srcId="{D0F6F724-BDE2-48D0-A27D-07ED66B78727}" destId="{3B5867B6-BDC4-4679-9F10-19C6EBF46D75}" srcOrd="0" destOrd="0" presId="urn:microsoft.com/office/officeart/2005/8/layout/orgChart1"/>
    <dgm:cxn modelId="{F2293022-18D3-4F50-9767-64EA574F3085}" type="presParOf" srcId="{3B5867B6-BDC4-4679-9F10-19C6EBF46D75}" destId="{14E187F1-CF2A-4828-AAB1-859218607CA5}" srcOrd="0" destOrd="0" presId="urn:microsoft.com/office/officeart/2005/8/layout/orgChart1"/>
    <dgm:cxn modelId="{8D2E8581-E787-4EE5-B36C-96A0A9F239F3}" type="presParOf" srcId="{3B5867B6-BDC4-4679-9F10-19C6EBF46D75}" destId="{A9A3164D-EF6F-4C52-8C80-350BE8E772A4}" srcOrd="1" destOrd="0" presId="urn:microsoft.com/office/officeart/2005/8/layout/orgChart1"/>
    <dgm:cxn modelId="{11E80066-ACBC-4531-84DF-8FC6864DE6AA}" type="presParOf" srcId="{D0F6F724-BDE2-48D0-A27D-07ED66B78727}" destId="{F57A469D-BE66-42A1-A2D9-0AD8D0991D1F}" srcOrd="1" destOrd="0" presId="urn:microsoft.com/office/officeart/2005/8/layout/orgChart1"/>
    <dgm:cxn modelId="{F1E935D8-8AB5-46F9-BFBE-5F8DDCB5E58D}" type="presParOf" srcId="{F57A469D-BE66-42A1-A2D9-0AD8D0991D1F}" destId="{42ABE883-8D16-43A9-8336-39DBAD477140}" srcOrd="0" destOrd="0" presId="urn:microsoft.com/office/officeart/2005/8/layout/orgChart1"/>
    <dgm:cxn modelId="{E1E7664B-50FF-4705-B2F8-13F738A43643}" type="presParOf" srcId="{F57A469D-BE66-42A1-A2D9-0AD8D0991D1F}" destId="{46CDF307-3C9A-4EAF-A4B9-2A21BCD0FE5E}" srcOrd="1" destOrd="0" presId="urn:microsoft.com/office/officeart/2005/8/layout/orgChart1"/>
    <dgm:cxn modelId="{E5452D6F-8D31-49DE-85DA-6171E7A5C698}" type="presParOf" srcId="{46CDF307-3C9A-4EAF-A4B9-2A21BCD0FE5E}" destId="{746949E1-2B6D-4ABF-AC7E-0BA456FA3877}" srcOrd="0" destOrd="0" presId="urn:microsoft.com/office/officeart/2005/8/layout/orgChart1"/>
    <dgm:cxn modelId="{BA98C330-DDD2-4AD8-A44C-EAD3750476CB}" type="presParOf" srcId="{746949E1-2B6D-4ABF-AC7E-0BA456FA3877}" destId="{DA0752C8-1BB7-44B8-87CB-ECE8A3F56C78}" srcOrd="0" destOrd="0" presId="urn:microsoft.com/office/officeart/2005/8/layout/orgChart1"/>
    <dgm:cxn modelId="{7098B18B-9A56-4BF4-A6B7-1611F092CAC9}" type="presParOf" srcId="{746949E1-2B6D-4ABF-AC7E-0BA456FA3877}" destId="{2B2CB09F-4ABC-4266-ACF0-794EBD34F821}" srcOrd="1" destOrd="0" presId="urn:microsoft.com/office/officeart/2005/8/layout/orgChart1"/>
    <dgm:cxn modelId="{49C8EB5E-2992-484E-B8F4-8B5606C8C85D}" type="presParOf" srcId="{46CDF307-3C9A-4EAF-A4B9-2A21BCD0FE5E}" destId="{6E45F026-0555-441D-919B-B7905532EA14}" srcOrd="1" destOrd="0" presId="urn:microsoft.com/office/officeart/2005/8/layout/orgChart1"/>
    <dgm:cxn modelId="{353D6FF1-035E-4AFA-9038-C7A82B7309B2}" type="presParOf" srcId="{6E45F026-0555-441D-919B-B7905532EA14}" destId="{367C4FB6-8ABD-47CF-934F-3F272BA30390}" srcOrd="0" destOrd="0" presId="urn:microsoft.com/office/officeart/2005/8/layout/orgChart1"/>
    <dgm:cxn modelId="{A1316B6C-CAEF-478C-A5E7-6ADCCB1CAB8D}" type="presParOf" srcId="{6E45F026-0555-441D-919B-B7905532EA14}" destId="{279E2A8F-F015-4767-B935-7397D0044DC4}" srcOrd="1" destOrd="0" presId="urn:microsoft.com/office/officeart/2005/8/layout/orgChart1"/>
    <dgm:cxn modelId="{E29CA269-EDD6-434E-94DA-9D8C10894877}" type="presParOf" srcId="{279E2A8F-F015-4767-B935-7397D0044DC4}" destId="{F5126BD4-56F7-4F6C-BA3C-0195E83C4353}" srcOrd="0" destOrd="0" presId="urn:microsoft.com/office/officeart/2005/8/layout/orgChart1"/>
    <dgm:cxn modelId="{F3FD87AF-F5CB-4D9C-9126-54A41C863E29}" type="presParOf" srcId="{F5126BD4-56F7-4F6C-BA3C-0195E83C4353}" destId="{D4BE2761-1A66-4F20-B0B2-74B1F642BAC9}" srcOrd="0" destOrd="0" presId="urn:microsoft.com/office/officeart/2005/8/layout/orgChart1"/>
    <dgm:cxn modelId="{5D03CBCC-B3D9-4D84-B741-7698E8A206FA}" type="presParOf" srcId="{F5126BD4-56F7-4F6C-BA3C-0195E83C4353}" destId="{C93ACFB4-88BD-45AC-BA37-0D26BEFF4D23}" srcOrd="1" destOrd="0" presId="urn:microsoft.com/office/officeart/2005/8/layout/orgChart1"/>
    <dgm:cxn modelId="{332F34ED-41C9-4BB4-9A6F-1EAF125C2261}" type="presParOf" srcId="{279E2A8F-F015-4767-B935-7397D0044DC4}" destId="{E6B00D04-1C9A-4BF2-97D8-C42FD3195FAB}" srcOrd="1" destOrd="0" presId="urn:microsoft.com/office/officeart/2005/8/layout/orgChart1"/>
    <dgm:cxn modelId="{96D925A8-2426-4465-A340-806F67B35DE0}" type="presParOf" srcId="{E6B00D04-1C9A-4BF2-97D8-C42FD3195FAB}" destId="{2FE6C35E-1EBC-4E30-AFE9-CD0849EEFC48}" srcOrd="0" destOrd="0" presId="urn:microsoft.com/office/officeart/2005/8/layout/orgChart1"/>
    <dgm:cxn modelId="{108A25A9-D8E6-4515-9B63-54B092B6B00F}" type="presParOf" srcId="{E6B00D04-1C9A-4BF2-97D8-C42FD3195FAB}" destId="{B58E02EB-5A3B-425E-A41D-4359F068382C}" srcOrd="1" destOrd="0" presId="urn:microsoft.com/office/officeart/2005/8/layout/orgChart1"/>
    <dgm:cxn modelId="{CB3115D4-E09C-49E7-A673-AD66F6D8B0C8}" type="presParOf" srcId="{B58E02EB-5A3B-425E-A41D-4359F068382C}" destId="{8F1A008B-EB4D-4628-B542-531ED996F5A5}" srcOrd="0" destOrd="0" presId="urn:microsoft.com/office/officeart/2005/8/layout/orgChart1"/>
    <dgm:cxn modelId="{6D5FD441-5E4A-47B0-8724-DE944E509020}" type="presParOf" srcId="{8F1A008B-EB4D-4628-B542-531ED996F5A5}" destId="{64DF06C2-3E3A-45CE-9F9C-30FF491B483B}" srcOrd="0" destOrd="0" presId="urn:microsoft.com/office/officeart/2005/8/layout/orgChart1"/>
    <dgm:cxn modelId="{D901CE70-C092-4EE9-8FA4-1F22F2BD1DA7}" type="presParOf" srcId="{8F1A008B-EB4D-4628-B542-531ED996F5A5}" destId="{839D54D7-9968-4E63-ADE6-51DA84706B6E}" srcOrd="1" destOrd="0" presId="urn:microsoft.com/office/officeart/2005/8/layout/orgChart1"/>
    <dgm:cxn modelId="{4FE031A2-81B5-4F28-9CE5-D2632A2D2CE0}" type="presParOf" srcId="{B58E02EB-5A3B-425E-A41D-4359F068382C}" destId="{2868AA23-C133-4267-980A-053F12E61887}" srcOrd="1" destOrd="0" presId="urn:microsoft.com/office/officeart/2005/8/layout/orgChart1"/>
    <dgm:cxn modelId="{3988C4D4-1E37-44E9-8706-F69EFE828C66}" type="presParOf" srcId="{B58E02EB-5A3B-425E-A41D-4359F068382C}" destId="{1B7F8949-95EE-4FC6-B198-4D4F1EC2A483}" srcOrd="2" destOrd="0" presId="urn:microsoft.com/office/officeart/2005/8/layout/orgChart1"/>
    <dgm:cxn modelId="{E4FAB42C-BEB5-4E15-B988-C34671218DA0}" type="presParOf" srcId="{E6B00D04-1C9A-4BF2-97D8-C42FD3195FAB}" destId="{920F5BA2-B784-4828-971E-C81343CB424B}" srcOrd="2" destOrd="0" presId="urn:microsoft.com/office/officeart/2005/8/layout/orgChart1"/>
    <dgm:cxn modelId="{2AF5067C-DA87-41B2-AE4E-1F7B01E3A46E}" type="presParOf" srcId="{E6B00D04-1C9A-4BF2-97D8-C42FD3195FAB}" destId="{B90F0786-F509-46DE-9103-BDAF5B332EC4}" srcOrd="3" destOrd="0" presId="urn:microsoft.com/office/officeart/2005/8/layout/orgChart1"/>
    <dgm:cxn modelId="{D6BC68AC-08DF-46C6-B142-123A5C167BEE}" type="presParOf" srcId="{B90F0786-F509-46DE-9103-BDAF5B332EC4}" destId="{8DBC67DD-1487-40AF-875A-497B24FE12D3}" srcOrd="0" destOrd="0" presId="urn:microsoft.com/office/officeart/2005/8/layout/orgChart1"/>
    <dgm:cxn modelId="{5E692813-97D8-4819-9FF1-EB7AF0719A44}" type="presParOf" srcId="{8DBC67DD-1487-40AF-875A-497B24FE12D3}" destId="{C68776FB-A807-450A-8E2E-0BE13425F259}" srcOrd="0" destOrd="0" presId="urn:microsoft.com/office/officeart/2005/8/layout/orgChart1"/>
    <dgm:cxn modelId="{FB309D16-499C-4856-930C-7A70A989C5EA}" type="presParOf" srcId="{8DBC67DD-1487-40AF-875A-497B24FE12D3}" destId="{C40E3EFE-276A-4433-B241-110CE7367169}" srcOrd="1" destOrd="0" presId="urn:microsoft.com/office/officeart/2005/8/layout/orgChart1"/>
    <dgm:cxn modelId="{374AEC9B-BCFC-48FA-9BAE-420762CA9710}" type="presParOf" srcId="{B90F0786-F509-46DE-9103-BDAF5B332EC4}" destId="{EB8E6037-DF6B-4F5F-BB5A-1570AF6B33B5}" srcOrd="1" destOrd="0" presId="urn:microsoft.com/office/officeart/2005/8/layout/orgChart1"/>
    <dgm:cxn modelId="{5C6CCD29-50DA-445B-8CAA-BB6AB7B1150A}" type="presParOf" srcId="{B90F0786-F509-46DE-9103-BDAF5B332EC4}" destId="{AF2B310F-8622-4806-A09D-3DD2BF4A14F0}" srcOrd="2" destOrd="0" presId="urn:microsoft.com/office/officeart/2005/8/layout/orgChart1"/>
    <dgm:cxn modelId="{CC0C601D-1418-44B5-8AB7-BCFF6C03041D}" type="presParOf" srcId="{E6B00D04-1C9A-4BF2-97D8-C42FD3195FAB}" destId="{AD6ABFBE-7F75-4F53-B839-5429EB4279F5}" srcOrd="4" destOrd="0" presId="urn:microsoft.com/office/officeart/2005/8/layout/orgChart1"/>
    <dgm:cxn modelId="{68B68B1C-109D-4781-AA6E-520034D5A27D}" type="presParOf" srcId="{E6B00D04-1C9A-4BF2-97D8-C42FD3195FAB}" destId="{DDB76063-7AD4-4BA8-94F7-80CAB2C5290C}" srcOrd="5" destOrd="0" presId="urn:microsoft.com/office/officeart/2005/8/layout/orgChart1"/>
    <dgm:cxn modelId="{E17EA3FF-E843-4356-A92F-40D85F4DAE86}" type="presParOf" srcId="{DDB76063-7AD4-4BA8-94F7-80CAB2C5290C}" destId="{F8C81DCF-1B74-4F5A-9CBA-162BEF02088B}" srcOrd="0" destOrd="0" presId="urn:microsoft.com/office/officeart/2005/8/layout/orgChart1"/>
    <dgm:cxn modelId="{017A25A2-ED97-4AA1-A86C-E68AF75051C2}" type="presParOf" srcId="{F8C81DCF-1B74-4F5A-9CBA-162BEF02088B}" destId="{CCC9555B-412C-481E-83EF-1EFA958D5314}" srcOrd="0" destOrd="0" presId="urn:microsoft.com/office/officeart/2005/8/layout/orgChart1"/>
    <dgm:cxn modelId="{83183D62-9187-4CA3-AFF5-583318A9BA9B}" type="presParOf" srcId="{F8C81DCF-1B74-4F5A-9CBA-162BEF02088B}" destId="{87749A6E-0DAC-41F1-9BDA-2DA399BDC9A4}" srcOrd="1" destOrd="0" presId="urn:microsoft.com/office/officeart/2005/8/layout/orgChart1"/>
    <dgm:cxn modelId="{95242DE3-D9AA-4105-9867-5A4D0F63E7FC}" type="presParOf" srcId="{DDB76063-7AD4-4BA8-94F7-80CAB2C5290C}" destId="{7DC8DD3B-712D-4ABB-8F93-675166C2D0D3}" srcOrd="1" destOrd="0" presId="urn:microsoft.com/office/officeart/2005/8/layout/orgChart1"/>
    <dgm:cxn modelId="{87A45C8C-0E06-4508-932D-150208DA28A7}" type="presParOf" srcId="{DDB76063-7AD4-4BA8-94F7-80CAB2C5290C}" destId="{469551AC-17F9-482C-B69F-967F729E7615}" srcOrd="2" destOrd="0" presId="urn:microsoft.com/office/officeart/2005/8/layout/orgChart1"/>
    <dgm:cxn modelId="{CCE4441E-DADF-47E7-BFF9-D35FADC33592}" type="presParOf" srcId="{279E2A8F-F015-4767-B935-7397D0044DC4}" destId="{6D182010-5A96-4BE2-BD93-3DCA9A763ADF}" srcOrd="2" destOrd="0" presId="urn:microsoft.com/office/officeart/2005/8/layout/orgChart1"/>
    <dgm:cxn modelId="{2E318456-6B1A-43AA-B7C6-BB62A14BB607}" type="presParOf" srcId="{6E45F026-0555-441D-919B-B7905532EA14}" destId="{8E6D15CE-BC44-4B11-9F14-AD06FE05FF78}" srcOrd="2" destOrd="0" presId="urn:microsoft.com/office/officeart/2005/8/layout/orgChart1"/>
    <dgm:cxn modelId="{DE186BBF-B9D3-4E07-B0FF-C32343A5464A}" type="presParOf" srcId="{6E45F026-0555-441D-919B-B7905532EA14}" destId="{4D78B162-B5C1-476E-8683-0C39AB3BF62B}" srcOrd="3" destOrd="0" presId="urn:microsoft.com/office/officeart/2005/8/layout/orgChart1"/>
    <dgm:cxn modelId="{4B2ADFC2-613D-4F43-B57E-56B7DBC08BA7}" type="presParOf" srcId="{4D78B162-B5C1-476E-8683-0C39AB3BF62B}" destId="{246E06C6-FEDB-4451-AAD9-BF5A4272DC2E}" srcOrd="0" destOrd="0" presId="urn:microsoft.com/office/officeart/2005/8/layout/orgChart1"/>
    <dgm:cxn modelId="{A5957379-C78C-42AE-A68C-FD31A09C1D50}" type="presParOf" srcId="{246E06C6-FEDB-4451-AAD9-BF5A4272DC2E}" destId="{4BCE739B-4BFA-4A3C-8E8D-CB1A00189295}" srcOrd="0" destOrd="0" presId="urn:microsoft.com/office/officeart/2005/8/layout/orgChart1"/>
    <dgm:cxn modelId="{D3A10B3B-5EAB-4752-9B1A-C4205E277D39}" type="presParOf" srcId="{246E06C6-FEDB-4451-AAD9-BF5A4272DC2E}" destId="{397ACE11-C9E7-4AFD-94B7-23B1BF819B26}" srcOrd="1" destOrd="0" presId="urn:microsoft.com/office/officeart/2005/8/layout/orgChart1"/>
    <dgm:cxn modelId="{53764F41-D78D-4AA3-9F4A-01E2D1A6D2B6}" type="presParOf" srcId="{4D78B162-B5C1-476E-8683-0C39AB3BF62B}" destId="{DA1C39D4-3BF0-4168-8A21-C6C612E41D7D}" srcOrd="1" destOrd="0" presId="urn:microsoft.com/office/officeart/2005/8/layout/orgChart1"/>
    <dgm:cxn modelId="{5C65877E-84F5-4F23-93E3-E869CB406D10}" type="presParOf" srcId="{DA1C39D4-3BF0-4168-8A21-C6C612E41D7D}" destId="{9DAFE758-16F2-4C20-B27F-5E87C315C460}" srcOrd="0" destOrd="0" presId="urn:microsoft.com/office/officeart/2005/8/layout/orgChart1"/>
    <dgm:cxn modelId="{AC0F2960-F935-4F9E-ADF1-5458764EE347}" type="presParOf" srcId="{DA1C39D4-3BF0-4168-8A21-C6C612E41D7D}" destId="{ECE6920A-70F4-4A44-8BAA-9B3C3B77888E}" srcOrd="1" destOrd="0" presId="urn:microsoft.com/office/officeart/2005/8/layout/orgChart1"/>
    <dgm:cxn modelId="{E210FE99-425D-4D6A-9F7A-6B1121303FDE}" type="presParOf" srcId="{ECE6920A-70F4-4A44-8BAA-9B3C3B77888E}" destId="{A514F561-8688-4966-952D-3B6F8C37A6AD}" srcOrd="0" destOrd="0" presId="urn:microsoft.com/office/officeart/2005/8/layout/orgChart1"/>
    <dgm:cxn modelId="{91EC90EE-C47A-432A-9F10-CCAB0DC4AA01}" type="presParOf" srcId="{A514F561-8688-4966-952D-3B6F8C37A6AD}" destId="{0BE46EC6-C444-48D9-A3B2-13A0B78358EC}" srcOrd="0" destOrd="0" presId="urn:microsoft.com/office/officeart/2005/8/layout/orgChart1"/>
    <dgm:cxn modelId="{A02FFAE3-BE43-4038-9EB8-094E244049B2}" type="presParOf" srcId="{A514F561-8688-4966-952D-3B6F8C37A6AD}" destId="{56B0F4AD-5411-4C53-B01C-6AD4ADB484DD}" srcOrd="1" destOrd="0" presId="urn:microsoft.com/office/officeart/2005/8/layout/orgChart1"/>
    <dgm:cxn modelId="{33733469-8392-4EEA-BCD7-ACD23F819511}" type="presParOf" srcId="{ECE6920A-70F4-4A44-8BAA-9B3C3B77888E}" destId="{0E1E4BE4-1FCB-4B83-8EB5-8D27B6850BDD}" srcOrd="1" destOrd="0" presId="urn:microsoft.com/office/officeart/2005/8/layout/orgChart1"/>
    <dgm:cxn modelId="{383102B2-524F-41DD-8542-39EA37FF1614}" type="presParOf" srcId="{ECE6920A-70F4-4A44-8BAA-9B3C3B77888E}" destId="{AC934B09-F52D-4E82-B693-309D9B9235F4}" srcOrd="2" destOrd="0" presId="urn:microsoft.com/office/officeart/2005/8/layout/orgChart1"/>
    <dgm:cxn modelId="{39F39E10-EA98-4095-A3DC-588025BEF5EF}" type="presParOf" srcId="{DA1C39D4-3BF0-4168-8A21-C6C612E41D7D}" destId="{B89484FF-6B2F-436F-A053-63036591C8F4}" srcOrd="2" destOrd="0" presId="urn:microsoft.com/office/officeart/2005/8/layout/orgChart1"/>
    <dgm:cxn modelId="{49969882-6EA9-476D-97C9-3E0AB006B302}" type="presParOf" srcId="{DA1C39D4-3BF0-4168-8A21-C6C612E41D7D}" destId="{1AF90BEC-01DD-425E-B5CA-53AFB9C25C4D}" srcOrd="3" destOrd="0" presId="urn:microsoft.com/office/officeart/2005/8/layout/orgChart1"/>
    <dgm:cxn modelId="{BBAD0A37-38CB-4F84-87FE-D5C77459853D}" type="presParOf" srcId="{1AF90BEC-01DD-425E-B5CA-53AFB9C25C4D}" destId="{944CE529-2B30-4EF8-932D-76A032BDB316}" srcOrd="0" destOrd="0" presId="urn:microsoft.com/office/officeart/2005/8/layout/orgChart1"/>
    <dgm:cxn modelId="{D9368551-F5F3-4212-82FB-9339251FA50A}" type="presParOf" srcId="{944CE529-2B30-4EF8-932D-76A032BDB316}" destId="{0EBF951B-E01E-4155-8BC6-7E5E7AF9302B}" srcOrd="0" destOrd="0" presId="urn:microsoft.com/office/officeart/2005/8/layout/orgChart1"/>
    <dgm:cxn modelId="{139D9B19-51D1-4251-9527-5330A4C7FDF3}" type="presParOf" srcId="{944CE529-2B30-4EF8-932D-76A032BDB316}" destId="{4032A64F-DB87-4951-B04C-20080857F4F4}" srcOrd="1" destOrd="0" presId="urn:microsoft.com/office/officeart/2005/8/layout/orgChart1"/>
    <dgm:cxn modelId="{F56511FB-26C2-4162-9798-3981B1EB33DA}" type="presParOf" srcId="{1AF90BEC-01DD-425E-B5CA-53AFB9C25C4D}" destId="{CE4D5928-BA06-41DF-ACC9-F1BB524F3166}" srcOrd="1" destOrd="0" presId="urn:microsoft.com/office/officeart/2005/8/layout/orgChart1"/>
    <dgm:cxn modelId="{36ACA9B2-76A3-460E-ACD7-F5778C716F44}" type="presParOf" srcId="{1AF90BEC-01DD-425E-B5CA-53AFB9C25C4D}" destId="{A41E57B1-A9EB-4EF2-8AC6-AF92E0123791}" srcOrd="2" destOrd="0" presId="urn:microsoft.com/office/officeart/2005/8/layout/orgChart1"/>
    <dgm:cxn modelId="{977A7BF3-AD01-43CB-9725-918260A1AF85}" type="presParOf" srcId="{DA1C39D4-3BF0-4168-8A21-C6C612E41D7D}" destId="{D012B920-88CA-4338-9C35-5BC97D91B847}" srcOrd="4" destOrd="0" presId="urn:microsoft.com/office/officeart/2005/8/layout/orgChart1"/>
    <dgm:cxn modelId="{FD8C4035-3578-4F1C-80C6-FE1CD4F9FAA3}" type="presParOf" srcId="{DA1C39D4-3BF0-4168-8A21-C6C612E41D7D}" destId="{3608C88F-2FB6-45E8-B755-73CC5042BC0D}" srcOrd="5" destOrd="0" presId="urn:microsoft.com/office/officeart/2005/8/layout/orgChart1"/>
    <dgm:cxn modelId="{8C7DD2A7-5EBF-4E4A-BA03-1E4E9584AEA5}" type="presParOf" srcId="{3608C88F-2FB6-45E8-B755-73CC5042BC0D}" destId="{2841E61A-767F-4E57-AEC5-C6694D2C7151}" srcOrd="0" destOrd="0" presId="urn:microsoft.com/office/officeart/2005/8/layout/orgChart1"/>
    <dgm:cxn modelId="{0D1CEF00-865C-4EBC-9A4A-5D3E84901355}" type="presParOf" srcId="{2841E61A-767F-4E57-AEC5-C6694D2C7151}" destId="{F79D45CE-D184-4C7C-A1E5-1AF68BBD905E}" srcOrd="0" destOrd="0" presId="urn:microsoft.com/office/officeart/2005/8/layout/orgChart1"/>
    <dgm:cxn modelId="{84426184-FAFB-407C-9862-34AB98380D0F}" type="presParOf" srcId="{2841E61A-767F-4E57-AEC5-C6694D2C7151}" destId="{99CBE315-CD46-4A8A-AEB3-DC2F63F39960}" srcOrd="1" destOrd="0" presId="urn:microsoft.com/office/officeart/2005/8/layout/orgChart1"/>
    <dgm:cxn modelId="{9C7C39F2-3429-4ECC-8846-EBCC5251D4E5}" type="presParOf" srcId="{3608C88F-2FB6-45E8-B755-73CC5042BC0D}" destId="{F012ABBD-37CF-4BDD-BB9F-E2B3E9B9663D}" srcOrd="1" destOrd="0" presId="urn:microsoft.com/office/officeart/2005/8/layout/orgChart1"/>
    <dgm:cxn modelId="{3360DBD1-82B5-483C-AAAB-D6130CFDD26C}" type="presParOf" srcId="{3608C88F-2FB6-45E8-B755-73CC5042BC0D}" destId="{BB750AAE-F4C6-4903-916E-0644D117CD62}" srcOrd="2" destOrd="0" presId="urn:microsoft.com/office/officeart/2005/8/layout/orgChart1"/>
    <dgm:cxn modelId="{B7FD6191-59A8-46A7-9683-308DB4F90EF2}" type="presParOf" srcId="{4D78B162-B5C1-476E-8683-0C39AB3BF62B}" destId="{8FE561E3-EF41-4DF8-99A6-440EDBDADC2F}" srcOrd="2" destOrd="0" presId="urn:microsoft.com/office/officeart/2005/8/layout/orgChart1"/>
    <dgm:cxn modelId="{24D29B3E-5E0C-442B-8459-3B3BABDB59E3}" type="presParOf" srcId="{6E45F026-0555-441D-919B-B7905532EA14}" destId="{361433C5-E199-4C19-A036-1ACBC3F16EE0}" srcOrd="4" destOrd="0" presId="urn:microsoft.com/office/officeart/2005/8/layout/orgChart1"/>
    <dgm:cxn modelId="{658CCEFC-FF72-4D55-98EB-1B977799D444}" type="presParOf" srcId="{6E45F026-0555-441D-919B-B7905532EA14}" destId="{2CF686FE-07FB-4A44-A8A6-32DCBA1333BD}" srcOrd="5" destOrd="0" presId="urn:microsoft.com/office/officeart/2005/8/layout/orgChart1"/>
    <dgm:cxn modelId="{2F4E907A-12D0-4CF1-9A4C-351C66D61759}" type="presParOf" srcId="{2CF686FE-07FB-4A44-A8A6-32DCBA1333BD}" destId="{5D3983C8-09E9-44EC-873D-5A8AA0DC00DA}" srcOrd="0" destOrd="0" presId="urn:microsoft.com/office/officeart/2005/8/layout/orgChart1"/>
    <dgm:cxn modelId="{9821FEFB-A209-4EC6-9CC1-EAB7BCEBFDFB}" type="presParOf" srcId="{5D3983C8-09E9-44EC-873D-5A8AA0DC00DA}" destId="{BEFD0EAC-0856-496C-BBCE-06226B660D17}" srcOrd="0" destOrd="0" presId="urn:microsoft.com/office/officeart/2005/8/layout/orgChart1"/>
    <dgm:cxn modelId="{E2180988-232F-44A3-8C76-00F7A5C98FF2}" type="presParOf" srcId="{5D3983C8-09E9-44EC-873D-5A8AA0DC00DA}" destId="{DA55E16D-AC35-4B6D-BDDB-1F17163D7C93}" srcOrd="1" destOrd="0" presId="urn:microsoft.com/office/officeart/2005/8/layout/orgChart1"/>
    <dgm:cxn modelId="{B87C7EF3-931D-43F0-B9A1-F27BF1FF20D7}" type="presParOf" srcId="{2CF686FE-07FB-4A44-A8A6-32DCBA1333BD}" destId="{3B4693C8-BC04-43FF-9243-6F724E2BCB2F}" srcOrd="1" destOrd="0" presId="urn:microsoft.com/office/officeart/2005/8/layout/orgChart1"/>
    <dgm:cxn modelId="{419456B8-B1CF-4261-8643-6692D5C634D7}" type="presParOf" srcId="{3B4693C8-BC04-43FF-9243-6F724E2BCB2F}" destId="{2A8A9D4C-81BB-4C61-8B82-35051390A4A0}" srcOrd="0" destOrd="0" presId="urn:microsoft.com/office/officeart/2005/8/layout/orgChart1"/>
    <dgm:cxn modelId="{778F76D1-5B87-48FA-97AE-8B4E739A45C9}" type="presParOf" srcId="{3B4693C8-BC04-43FF-9243-6F724E2BCB2F}" destId="{9A12B0C8-0834-4B3B-B45D-31D9C3425EEA}" srcOrd="1" destOrd="0" presId="urn:microsoft.com/office/officeart/2005/8/layout/orgChart1"/>
    <dgm:cxn modelId="{78B1EAF0-65E8-4E8C-8753-51648121A9CA}" type="presParOf" srcId="{9A12B0C8-0834-4B3B-B45D-31D9C3425EEA}" destId="{C4425888-343C-458A-ACD0-D26580DA1DEA}" srcOrd="0" destOrd="0" presId="urn:microsoft.com/office/officeart/2005/8/layout/orgChart1"/>
    <dgm:cxn modelId="{F7A2200B-424C-407C-9C8E-098A2870A91E}" type="presParOf" srcId="{C4425888-343C-458A-ACD0-D26580DA1DEA}" destId="{A989F114-5A01-4FC3-B09F-2E50D66BD79D}" srcOrd="0" destOrd="0" presId="urn:microsoft.com/office/officeart/2005/8/layout/orgChart1"/>
    <dgm:cxn modelId="{D89B350D-BF32-4770-8DEB-90103B3AE30A}" type="presParOf" srcId="{C4425888-343C-458A-ACD0-D26580DA1DEA}" destId="{2314E471-EABF-4A1C-AF00-802AAC63F968}" srcOrd="1" destOrd="0" presId="urn:microsoft.com/office/officeart/2005/8/layout/orgChart1"/>
    <dgm:cxn modelId="{AD2EC075-CFEA-4D52-AE4D-301A0C1D996A}" type="presParOf" srcId="{9A12B0C8-0834-4B3B-B45D-31D9C3425EEA}" destId="{BF128367-CB13-4B23-8126-9F2DD179F422}" srcOrd="1" destOrd="0" presId="urn:microsoft.com/office/officeart/2005/8/layout/orgChart1"/>
    <dgm:cxn modelId="{029FFA61-AB11-4CF8-BAA9-0B113CF5FFE3}" type="presParOf" srcId="{9A12B0C8-0834-4B3B-B45D-31D9C3425EEA}" destId="{AF235CC5-5A21-49D0-A28F-6E77CA2AD479}" srcOrd="2" destOrd="0" presId="urn:microsoft.com/office/officeart/2005/8/layout/orgChart1"/>
    <dgm:cxn modelId="{5A0B5550-72F0-44F3-BFE2-F919DF9B8416}" type="presParOf" srcId="{3B4693C8-BC04-43FF-9243-6F724E2BCB2F}" destId="{F66C070F-7C6A-419C-9123-EB2E9B746E9A}" srcOrd="2" destOrd="0" presId="urn:microsoft.com/office/officeart/2005/8/layout/orgChart1"/>
    <dgm:cxn modelId="{09F91988-0B09-4783-BA71-A31218735F2E}" type="presParOf" srcId="{3B4693C8-BC04-43FF-9243-6F724E2BCB2F}" destId="{93F64F98-2894-478F-A6AC-7C4822502790}" srcOrd="3" destOrd="0" presId="urn:microsoft.com/office/officeart/2005/8/layout/orgChart1"/>
    <dgm:cxn modelId="{08DE5771-B604-4B71-A481-BBD8E3BBA066}" type="presParOf" srcId="{93F64F98-2894-478F-A6AC-7C4822502790}" destId="{CA9AD607-B53B-4D9E-8183-946404633773}" srcOrd="0" destOrd="0" presId="urn:microsoft.com/office/officeart/2005/8/layout/orgChart1"/>
    <dgm:cxn modelId="{5F43B057-76C8-41F5-8A22-6B1522123536}" type="presParOf" srcId="{CA9AD607-B53B-4D9E-8183-946404633773}" destId="{20CE092B-C06A-4466-8061-A032040926B6}" srcOrd="0" destOrd="0" presId="urn:microsoft.com/office/officeart/2005/8/layout/orgChart1"/>
    <dgm:cxn modelId="{BF78677F-F179-40B1-BDF6-F7509B95091D}" type="presParOf" srcId="{CA9AD607-B53B-4D9E-8183-946404633773}" destId="{4E21DD4D-092D-4DA5-8535-53003C0D59EC}" srcOrd="1" destOrd="0" presId="urn:microsoft.com/office/officeart/2005/8/layout/orgChart1"/>
    <dgm:cxn modelId="{8866A926-0D83-49DC-BF1A-6036D397596B}" type="presParOf" srcId="{93F64F98-2894-478F-A6AC-7C4822502790}" destId="{56F5A779-950D-45EC-BAC8-5CDF211AA9C4}" srcOrd="1" destOrd="0" presId="urn:microsoft.com/office/officeart/2005/8/layout/orgChart1"/>
    <dgm:cxn modelId="{947E4480-9371-4A17-8673-84041D30B7C5}" type="presParOf" srcId="{93F64F98-2894-478F-A6AC-7C4822502790}" destId="{D3B38B04-E6F8-4A2B-8C7D-6E53EA957A10}" srcOrd="2" destOrd="0" presId="urn:microsoft.com/office/officeart/2005/8/layout/orgChart1"/>
    <dgm:cxn modelId="{915A85FF-1AE0-424D-919F-D14AB6B2A8EA}" type="presParOf" srcId="{3B4693C8-BC04-43FF-9243-6F724E2BCB2F}" destId="{8FA462F6-025B-4F52-BA86-103AACE46293}" srcOrd="4" destOrd="0" presId="urn:microsoft.com/office/officeart/2005/8/layout/orgChart1"/>
    <dgm:cxn modelId="{4BF5ABC8-F7F5-44C7-A523-36626AD5B9A6}" type="presParOf" srcId="{3B4693C8-BC04-43FF-9243-6F724E2BCB2F}" destId="{C2E9234C-1F1F-4245-A37B-99ACAEDBE616}" srcOrd="5" destOrd="0" presId="urn:microsoft.com/office/officeart/2005/8/layout/orgChart1"/>
    <dgm:cxn modelId="{50F0DFFD-10D7-40ED-AE8D-51E07C97CEFA}" type="presParOf" srcId="{C2E9234C-1F1F-4245-A37B-99ACAEDBE616}" destId="{1DB8F673-050B-4027-8C79-B8BE48703D94}" srcOrd="0" destOrd="0" presId="urn:microsoft.com/office/officeart/2005/8/layout/orgChart1"/>
    <dgm:cxn modelId="{320D2DB1-C3D3-4AE3-B0CC-2BBE74EE1673}" type="presParOf" srcId="{1DB8F673-050B-4027-8C79-B8BE48703D94}" destId="{35642D62-FE50-454F-BEEB-7C89335CAC5D}" srcOrd="0" destOrd="0" presId="urn:microsoft.com/office/officeart/2005/8/layout/orgChart1"/>
    <dgm:cxn modelId="{7A646BE1-320F-4D41-B85E-E56B6CD037F5}" type="presParOf" srcId="{1DB8F673-050B-4027-8C79-B8BE48703D94}" destId="{13DDC916-A87F-443D-85F8-04D603850D86}" srcOrd="1" destOrd="0" presId="urn:microsoft.com/office/officeart/2005/8/layout/orgChart1"/>
    <dgm:cxn modelId="{5B25C8DC-CF45-4B70-8F9A-D14BB875B308}" type="presParOf" srcId="{C2E9234C-1F1F-4245-A37B-99ACAEDBE616}" destId="{25FF9818-7DBF-4612-8191-A3D45E867260}" srcOrd="1" destOrd="0" presId="urn:microsoft.com/office/officeart/2005/8/layout/orgChart1"/>
    <dgm:cxn modelId="{37D442B0-3F36-4F4F-92B2-FD122C832906}" type="presParOf" srcId="{C2E9234C-1F1F-4245-A37B-99ACAEDBE616}" destId="{2C6FBF1E-6265-4AC9-ABCD-E75C41DE2437}" srcOrd="2" destOrd="0" presId="urn:microsoft.com/office/officeart/2005/8/layout/orgChart1"/>
    <dgm:cxn modelId="{0D506C11-E798-4FC0-BB35-D3713769CC79}" type="presParOf" srcId="{2CF686FE-07FB-4A44-A8A6-32DCBA1333BD}" destId="{912ACF04-3239-4FA9-B5A9-DCF1D2C6B0E1}" srcOrd="2" destOrd="0" presId="urn:microsoft.com/office/officeart/2005/8/layout/orgChart1"/>
    <dgm:cxn modelId="{9D00BB6F-8330-42CF-B5F1-3105A34FDF66}" type="presParOf" srcId="{46CDF307-3C9A-4EAF-A4B9-2A21BCD0FE5E}" destId="{153807DD-2432-4320-940C-6C77521EA6B1}" srcOrd="2" destOrd="0" presId="urn:microsoft.com/office/officeart/2005/8/layout/orgChart1"/>
    <dgm:cxn modelId="{9CF2CE5E-585B-4110-81FA-462B8E0716A7}" type="presParOf" srcId="{F57A469D-BE66-42A1-A2D9-0AD8D0991D1F}" destId="{9DAC797B-521F-4794-911D-F78171ED013B}" srcOrd="2" destOrd="0" presId="urn:microsoft.com/office/officeart/2005/8/layout/orgChart1"/>
    <dgm:cxn modelId="{57FB83FB-53E2-4E42-955A-EF49F7DE678B}" type="presParOf" srcId="{F57A469D-BE66-42A1-A2D9-0AD8D0991D1F}" destId="{4D0AE34B-EFE2-423B-93EF-385F2449D615}" srcOrd="3" destOrd="0" presId="urn:microsoft.com/office/officeart/2005/8/layout/orgChart1"/>
    <dgm:cxn modelId="{65CFFAA7-D62B-4008-BAF3-19F4D7F382CC}" type="presParOf" srcId="{4D0AE34B-EFE2-423B-93EF-385F2449D615}" destId="{90E3C099-F744-42AB-825D-A5ECD458F008}" srcOrd="0" destOrd="0" presId="urn:microsoft.com/office/officeart/2005/8/layout/orgChart1"/>
    <dgm:cxn modelId="{633C3752-7402-4A96-8BF0-0371F9E62176}" type="presParOf" srcId="{90E3C099-F744-42AB-825D-A5ECD458F008}" destId="{E65C4418-1509-4D7C-9C42-79231FED10C2}" srcOrd="0" destOrd="0" presId="urn:microsoft.com/office/officeart/2005/8/layout/orgChart1"/>
    <dgm:cxn modelId="{700ABB87-E47C-444B-81A1-0A00E534EF68}" type="presParOf" srcId="{90E3C099-F744-42AB-825D-A5ECD458F008}" destId="{A66C352C-DD7F-4E41-82B9-E0C8EC8B6FA3}" srcOrd="1" destOrd="0" presId="urn:microsoft.com/office/officeart/2005/8/layout/orgChart1"/>
    <dgm:cxn modelId="{B06B1B3C-05EA-430D-8888-98690FC8A4DF}" type="presParOf" srcId="{4D0AE34B-EFE2-423B-93EF-385F2449D615}" destId="{01D3A4B4-9894-4E47-895E-2E1B07B42C75}" srcOrd="1" destOrd="0" presId="urn:microsoft.com/office/officeart/2005/8/layout/orgChart1"/>
    <dgm:cxn modelId="{4CFE9C3B-694E-47CF-929E-9B7D8549B296}" type="presParOf" srcId="{01D3A4B4-9894-4E47-895E-2E1B07B42C75}" destId="{035F91EF-08D4-4A13-8427-F45F075C50E0}" srcOrd="0" destOrd="0" presId="urn:microsoft.com/office/officeart/2005/8/layout/orgChart1"/>
    <dgm:cxn modelId="{06F63B48-E2F4-46EF-8C73-0C7F30C54E85}" type="presParOf" srcId="{01D3A4B4-9894-4E47-895E-2E1B07B42C75}" destId="{8778D156-B657-4D3D-B129-1CA34A69C17A}" srcOrd="1" destOrd="0" presId="urn:microsoft.com/office/officeart/2005/8/layout/orgChart1"/>
    <dgm:cxn modelId="{947FD7C7-B2CE-4E82-9969-FA0DBCBC4716}" type="presParOf" srcId="{8778D156-B657-4D3D-B129-1CA34A69C17A}" destId="{A8EE6880-BE4C-4682-947D-83044A46DDEF}" srcOrd="0" destOrd="0" presId="urn:microsoft.com/office/officeart/2005/8/layout/orgChart1"/>
    <dgm:cxn modelId="{ECDF0285-0B66-4A4A-B64B-86EAB8363124}" type="presParOf" srcId="{A8EE6880-BE4C-4682-947D-83044A46DDEF}" destId="{BC1A5EA6-5480-4F6D-B27C-2EAEBC3ED8C2}" srcOrd="0" destOrd="0" presId="urn:microsoft.com/office/officeart/2005/8/layout/orgChart1"/>
    <dgm:cxn modelId="{9E680C87-280C-4864-9A71-A2A85B965E23}" type="presParOf" srcId="{A8EE6880-BE4C-4682-947D-83044A46DDEF}" destId="{73421AA2-78DE-48E8-BAB3-0261D0669B4C}" srcOrd="1" destOrd="0" presId="urn:microsoft.com/office/officeart/2005/8/layout/orgChart1"/>
    <dgm:cxn modelId="{D73AD441-3EA6-45DF-960B-CB5641CEB36D}" type="presParOf" srcId="{8778D156-B657-4D3D-B129-1CA34A69C17A}" destId="{84438300-5027-432A-8FC2-3B309DB89BD1}" srcOrd="1" destOrd="0" presId="urn:microsoft.com/office/officeart/2005/8/layout/orgChart1"/>
    <dgm:cxn modelId="{454629ED-69F6-47BE-84CD-BB4FE1B1C4D8}" type="presParOf" srcId="{84438300-5027-432A-8FC2-3B309DB89BD1}" destId="{EF20C487-8837-40BF-AA00-57E4F8416012}" srcOrd="0" destOrd="0" presId="urn:microsoft.com/office/officeart/2005/8/layout/orgChart1"/>
    <dgm:cxn modelId="{73F245AC-F22D-4972-B4E4-54289FDC3AB9}" type="presParOf" srcId="{84438300-5027-432A-8FC2-3B309DB89BD1}" destId="{A9FD618D-47F7-4B23-8D3B-F90E920D9F70}" srcOrd="1" destOrd="0" presId="urn:microsoft.com/office/officeart/2005/8/layout/orgChart1"/>
    <dgm:cxn modelId="{DF128D70-6999-4716-A691-23BC94CB88FE}" type="presParOf" srcId="{A9FD618D-47F7-4B23-8D3B-F90E920D9F70}" destId="{47EE7A6C-5F47-4241-9905-EDB269039FC9}" srcOrd="0" destOrd="0" presId="urn:microsoft.com/office/officeart/2005/8/layout/orgChart1"/>
    <dgm:cxn modelId="{2A8029A8-5EAC-4A38-8718-F659C0934F1C}" type="presParOf" srcId="{47EE7A6C-5F47-4241-9905-EDB269039FC9}" destId="{78121285-9D60-47E9-92E7-1336289B9C3B}" srcOrd="0" destOrd="0" presId="urn:microsoft.com/office/officeart/2005/8/layout/orgChart1"/>
    <dgm:cxn modelId="{D1B8D53B-4466-455D-A776-E0A0F18BA32D}" type="presParOf" srcId="{47EE7A6C-5F47-4241-9905-EDB269039FC9}" destId="{CD2AFFF4-06BB-4A9B-BE8F-F24F23E2760A}" srcOrd="1" destOrd="0" presId="urn:microsoft.com/office/officeart/2005/8/layout/orgChart1"/>
    <dgm:cxn modelId="{19E64552-AB06-4E85-9B41-6028E8949956}" type="presParOf" srcId="{A9FD618D-47F7-4B23-8D3B-F90E920D9F70}" destId="{55D51AED-D750-40EF-8F1C-836502099714}" srcOrd="1" destOrd="0" presId="urn:microsoft.com/office/officeart/2005/8/layout/orgChart1"/>
    <dgm:cxn modelId="{CB4CAE32-4ADC-4763-9410-70047AD95DD2}" type="presParOf" srcId="{A9FD618D-47F7-4B23-8D3B-F90E920D9F70}" destId="{F701B7D7-B7B9-4BAD-9ADD-C5CC8CB8DA4D}" srcOrd="2" destOrd="0" presId="urn:microsoft.com/office/officeart/2005/8/layout/orgChart1"/>
    <dgm:cxn modelId="{8B72C8ED-ADB1-45F9-906E-ABAC576AD593}" type="presParOf" srcId="{84438300-5027-432A-8FC2-3B309DB89BD1}" destId="{4CEEEBF5-9225-468A-A60F-7DCA5BA9C36F}" srcOrd="2" destOrd="0" presId="urn:microsoft.com/office/officeart/2005/8/layout/orgChart1"/>
    <dgm:cxn modelId="{C8464D4A-90B7-45E9-9F37-BF0895713B4F}" type="presParOf" srcId="{84438300-5027-432A-8FC2-3B309DB89BD1}" destId="{EF1FFA17-0CBD-49B9-881F-FCE3A101F8D7}" srcOrd="3" destOrd="0" presId="urn:microsoft.com/office/officeart/2005/8/layout/orgChart1"/>
    <dgm:cxn modelId="{0040C103-6156-42B2-B136-D3C7F500FD23}" type="presParOf" srcId="{EF1FFA17-0CBD-49B9-881F-FCE3A101F8D7}" destId="{018B8BB6-9CFA-4C7C-A80A-6891D9E3469E}" srcOrd="0" destOrd="0" presId="urn:microsoft.com/office/officeart/2005/8/layout/orgChart1"/>
    <dgm:cxn modelId="{D430C538-7FA1-4603-B584-05BCA7B3DEF8}" type="presParOf" srcId="{018B8BB6-9CFA-4C7C-A80A-6891D9E3469E}" destId="{E6DFC386-B629-43EF-BCE1-B77C9A112754}" srcOrd="0" destOrd="0" presId="urn:microsoft.com/office/officeart/2005/8/layout/orgChart1"/>
    <dgm:cxn modelId="{6EBF41CA-323C-4C65-84EC-4B2582671788}" type="presParOf" srcId="{018B8BB6-9CFA-4C7C-A80A-6891D9E3469E}" destId="{226C9AE6-5D89-4743-85F7-9DE2BD616034}" srcOrd="1" destOrd="0" presId="urn:microsoft.com/office/officeart/2005/8/layout/orgChart1"/>
    <dgm:cxn modelId="{1DCC6D55-7955-4EFC-868D-7D54CC0EB55C}" type="presParOf" srcId="{EF1FFA17-0CBD-49B9-881F-FCE3A101F8D7}" destId="{C6D581A2-AA8A-4159-BA91-E40FB14E6068}" srcOrd="1" destOrd="0" presId="urn:microsoft.com/office/officeart/2005/8/layout/orgChart1"/>
    <dgm:cxn modelId="{3B4DBA24-C865-4D0A-B0F8-A3397C12F37D}" type="presParOf" srcId="{EF1FFA17-0CBD-49B9-881F-FCE3A101F8D7}" destId="{6DE1FC53-4C37-48AD-B907-393B8DF95210}" srcOrd="2" destOrd="0" presId="urn:microsoft.com/office/officeart/2005/8/layout/orgChart1"/>
    <dgm:cxn modelId="{754399CB-DE08-47F6-9E70-BA941773441E}" type="presParOf" srcId="{84438300-5027-432A-8FC2-3B309DB89BD1}" destId="{6B3623B4-FD6F-40E9-9656-5785EA4E8317}" srcOrd="4" destOrd="0" presId="urn:microsoft.com/office/officeart/2005/8/layout/orgChart1"/>
    <dgm:cxn modelId="{DAF45989-A57F-497F-A701-9CB60839EFA3}" type="presParOf" srcId="{84438300-5027-432A-8FC2-3B309DB89BD1}" destId="{04DAD7C1-3C45-435C-B4EB-40D2432900B1}" srcOrd="5" destOrd="0" presId="urn:microsoft.com/office/officeart/2005/8/layout/orgChart1"/>
    <dgm:cxn modelId="{70CC7E4E-B577-4414-A23F-B1CA98E39CA2}" type="presParOf" srcId="{04DAD7C1-3C45-435C-B4EB-40D2432900B1}" destId="{C025CCA3-5BED-494D-AE19-B90DAB216347}" srcOrd="0" destOrd="0" presId="urn:microsoft.com/office/officeart/2005/8/layout/orgChart1"/>
    <dgm:cxn modelId="{B96FF009-0DA9-43AB-A959-BBC019A711F6}" type="presParOf" srcId="{C025CCA3-5BED-494D-AE19-B90DAB216347}" destId="{94BA9FB2-FDE3-4E13-9F5F-5B7FDFE9EA9A}" srcOrd="0" destOrd="0" presId="urn:microsoft.com/office/officeart/2005/8/layout/orgChart1"/>
    <dgm:cxn modelId="{DF2E2605-EA64-4900-BEDB-EDCA46FB0195}" type="presParOf" srcId="{C025CCA3-5BED-494D-AE19-B90DAB216347}" destId="{E4D00DEB-DC18-4132-B33D-9405CBAAA237}" srcOrd="1" destOrd="0" presId="urn:microsoft.com/office/officeart/2005/8/layout/orgChart1"/>
    <dgm:cxn modelId="{B285BE0C-7911-460C-B3F3-E384E059AF0F}" type="presParOf" srcId="{04DAD7C1-3C45-435C-B4EB-40D2432900B1}" destId="{1E960225-FD6F-4FA8-B552-D7C39B519855}" srcOrd="1" destOrd="0" presId="urn:microsoft.com/office/officeart/2005/8/layout/orgChart1"/>
    <dgm:cxn modelId="{73CD7A69-969D-4790-A365-53B900AEA792}" type="presParOf" srcId="{04DAD7C1-3C45-435C-B4EB-40D2432900B1}" destId="{2AB20639-2AA4-4B41-82B7-BACDA5BA6D08}" srcOrd="2" destOrd="0" presId="urn:microsoft.com/office/officeart/2005/8/layout/orgChart1"/>
    <dgm:cxn modelId="{D5B1D769-3DAE-4909-A6BA-5FA6B02C7439}" type="presParOf" srcId="{8778D156-B657-4D3D-B129-1CA34A69C17A}" destId="{A43096E5-2CE7-4B04-BBC7-57E4474AEE20}" srcOrd="2" destOrd="0" presId="urn:microsoft.com/office/officeart/2005/8/layout/orgChart1"/>
    <dgm:cxn modelId="{383EE1DD-8E2A-40F7-8058-87B069E99579}" type="presParOf" srcId="{01D3A4B4-9894-4E47-895E-2E1B07B42C75}" destId="{91D4621A-948C-49DA-ACD1-D6B8BD7C1563}" srcOrd="2" destOrd="0" presId="urn:microsoft.com/office/officeart/2005/8/layout/orgChart1"/>
    <dgm:cxn modelId="{89266667-E051-4B9C-8493-4ABD809E2F8D}" type="presParOf" srcId="{01D3A4B4-9894-4E47-895E-2E1B07B42C75}" destId="{040E3E94-9BF0-43FB-8FC5-B42C8D399F12}" srcOrd="3" destOrd="0" presId="urn:microsoft.com/office/officeart/2005/8/layout/orgChart1"/>
    <dgm:cxn modelId="{7FEEA210-2D13-44D7-960D-D1A138761357}" type="presParOf" srcId="{040E3E94-9BF0-43FB-8FC5-B42C8D399F12}" destId="{6CAFB97B-5812-49B7-9DBB-AE2F38EAA62C}" srcOrd="0" destOrd="0" presId="urn:microsoft.com/office/officeart/2005/8/layout/orgChart1"/>
    <dgm:cxn modelId="{5BF74B9C-FF8F-49E7-98F5-5677CB278687}" type="presParOf" srcId="{6CAFB97B-5812-49B7-9DBB-AE2F38EAA62C}" destId="{FEC58E28-6E47-49DE-AD82-A1112268B710}" srcOrd="0" destOrd="0" presId="urn:microsoft.com/office/officeart/2005/8/layout/orgChart1"/>
    <dgm:cxn modelId="{B2E0E6F2-C550-461F-9616-8E2228483878}" type="presParOf" srcId="{6CAFB97B-5812-49B7-9DBB-AE2F38EAA62C}" destId="{262D64AC-CAD8-44FB-87C9-086E86D6284C}" srcOrd="1" destOrd="0" presId="urn:microsoft.com/office/officeart/2005/8/layout/orgChart1"/>
    <dgm:cxn modelId="{3915E017-2B57-4BA3-A9C8-2FB463350E9D}" type="presParOf" srcId="{040E3E94-9BF0-43FB-8FC5-B42C8D399F12}" destId="{EC530BC8-2562-45FB-8DF4-BE5850F598A5}" srcOrd="1" destOrd="0" presId="urn:microsoft.com/office/officeart/2005/8/layout/orgChart1"/>
    <dgm:cxn modelId="{B9E0BE10-A895-4251-AB0C-9864EC4D8486}" type="presParOf" srcId="{EC530BC8-2562-45FB-8DF4-BE5850F598A5}" destId="{4B4C0727-9271-4480-BC92-B49462529C31}" srcOrd="0" destOrd="0" presId="urn:microsoft.com/office/officeart/2005/8/layout/orgChart1"/>
    <dgm:cxn modelId="{EDC1C771-F2BA-40CD-872F-0EBC937A1353}" type="presParOf" srcId="{EC530BC8-2562-45FB-8DF4-BE5850F598A5}" destId="{A03A4515-A676-4934-9696-269A4A8D04F4}" srcOrd="1" destOrd="0" presId="urn:microsoft.com/office/officeart/2005/8/layout/orgChart1"/>
    <dgm:cxn modelId="{A723A41D-7439-412F-8678-8BB43D62A508}" type="presParOf" srcId="{A03A4515-A676-4934-9696-269A4A8D04F4}" destId="{4B9E1FC7-47A1-4C8A-AA0C-26126545D390}" srcOrd="0" destOrd="0" presId="urn:microsoft.com/office/officeart/2005/8/layout/orgChart1"/>
    <dgm:cxn modelId="{F3392B63-39C0-424A-949C-60EF59FC0514}" type="presParOf" srcId="{4B9E1FC7-47A1-4C8A-AA0C-26126545D390}" destId="{2ECC6BD3-48FE-4874-BF5F-0C588F2FA0EA}" srcOrd="0" destOrd="0" presId="urn:microsoft.com/office/officeart/2005/8/layout/orgChart1"/>
    <dgm:cxn modelId="{E49F14D2-E72D-4577-B320-1E45D060B7A5}" type="presParOf" srcId="{4B9E1FC7-47A1-4C8A-AA0C-26126545D390}" destId="{3018231B-C635-434B-8836-59668C32DC0D}" srcOrd="1" destOrd="0" presId="urn:microsoft.com/office/officeart/2005/8/layout/orgChart1"/>
    <dgm:cxn modelId="{E3C08C52-3EF9-4A27-B01E-C78BC22851EB}" type="presParOf" srcId="{A03A4515-A676-4934-9696-269A4A8D04F4}" destId="{E54A96F0-AB96-4C4E-85F7-49D964C28F98}" srcOrd="1" destOrd="0" presId="urn:microsoft.com/office/officeart/2005/8/layout/orgChart1"/>
    <dgm:cxn modelId="{2C1627B8-2D05-4A9A-B678-AD613C032E36}" type="presParOf" srcId="{A03A4515-A676-4934-9696-269A4A8D04F4}" destId="{587D9657-E81F-45BF-A33C-A3F0A4806E77}" srcOrd="2" destOrd="0" presId="urn:microsoft.com/office/officeart/2005/8/layout/orgChart1"/>
    <dgm:cxn modelId="{925D072D-530E-4094-A5D2-B898600C5517}" type="presParOf" srcId="{EC530BC8-2562-45FB-8DF4-BE5850F598A5}" destId="{1310452D-7005-427F-A62F-7375FA88CAD8}" srcOrd="2" destOrd="0" presId="urn:microsoft.com/office/officeart/2005/8/layout/orgChart1"/>
    <dgm:cxn modelId="{B48D0897-FC50-48E9-8F51-39B6A7B049D6}" type="presParOf" srcId="{EC530BC8-2562-45FB-8DF4-BE5850F598A5}" destId="{11824AB8-69D6-4483-93AA-F64FFBBEA899}" srcOrd="3" destOrd="0" presId="urn:microsoft.com/office/officeart/2005/8/layout/orgChart1"/>
    <dgm:cxn modelId="{7E4CC52F-C2C3-4C7F-A4B8-D733480EF7C3}" type="presParOf" srcId="{11824AB8-69D6-4483-93AA-F64FFBBEA899}" destId="{AAFB2FF6-E765-4223-96EA-9D239FF4641B}" srcOrd="0" destOrd="0" presId="urn:microsoft.com/office/officeart/2005/8/layout/orgChart1"/>
    <dgm:cxn modelId="{784CCEEB-865C-4292-B6C9-82A576684FA4}" type="presParOf" srcId="{AAFB2FF6-E765-4223-96EA-9D239FF4641B}" destId="{F061911F-9B87-474A-AB93-94AF2CA2A1F7}" srcOrd="0" destOrd="0" presId="urn:microsoft.com/office/officeart/2005/8/layout/orgChart1"/>
    <dgm:cxn modelId="{D6AF1881-200C-40A4-89FF-AC29C1CB6991}" type="presParOf" srcId="{AAFB2FF6-E765-4223-96EA-9D239FF4641B}" destId="{AC9095EC-13E9-426E-9EDA-FF57ADA2C5DB}" srcOrd="1" destOrd="0" presId="urn:microsoft.com/office/officeart/2005/8/layout/orgChart1"/>
    <dgm:cxn modelId="{92C00024-ED00-4EAC-80D9-A3EC0E2B94F6}" type="presParOf" srcId="{11824AB8-69D6-4483-93AA-F64FFBBEA899}" destId="{B7DF3814-7F42-4653-B3D9-8E13F5D3FB32}" srcOrd="1" destOrd="0" presId="urn:microsoft.com/office/officeart/2005/8/layout/orgChart1"/>
    <dgm:cxn modelId="{B5139775-2A3F-4B35-BD7F-06B756A93F6D}" type="presParOf" srcId="{11824AB8-69D6-4483-93AA-F64FFBBEA899}" destId="{87CEDBD8-BF43-4616-B469-E6E6C2F69A0C}" srcOrd="2" destOrd="0" presId="urn:microsoft.com/office/officeart/2005/8/layout/orgChart1"/>
    <dgm:cxn modelId="{888111C8-F6EE-4AAA-AE5D-4FC5EBAF60CD}" type="presParOf" srcId="{EC530BC8-2562-45FB-8DF4-BE5850F598A5}" destId="{80D76335-82C2-4DC1-8FBC-261D59613CE0}" srcOrd="4" destOrd="0" presId="urn:microsoft.com/office/officeart/2005/8/layout/orgChart1"/>
    <dgm:cxn modelId="{24820C85-263C-4099-8B12-ECAF39520BF3}" type="presParOf" srcId="{EC530BC8-2562-45FB-8DF4-BE5850F598A5}" destId="{CA3DD4CB-C593-45EF-93CF-F2D6A900A952}" srcOrd="5" destOrd="0" presId="urn:microsoft.com/office/officeart/2005/8/layout/orgChart1"/>
    <dgm:cxn modelId="{BFB20A22-3163-4E3C-B4E9-1CEE502EAF03}" type="presParOf" srcId="{CA3DD4CB-C593-45EF-93CF-F2D6A900A952}" destId="{83FBCCB7-3039-4873-ACB2-13B5564A4851}" srcOrd="0" destOrd="0" presId="urn:microsoft.com/office/officeart/2005/8/layout/orgChart1"/>
    <dgm:cxn modelId="{E1925F70-22D3-4790-BEB7-C9084B81E53E}" type="presParOf" srcId="{83FBCCB7-3039-4873-ACB2-13B5564A4851}" destId="{7AE30BCC-4A87-4DD9-A656-CFF39F896E9A}" srcOrd="0" destOrd="0" presId="urn:microsoft.com/office/officeart/2005/8/layout/orgChart1"/>
    <dgm:cxn modelId="{958A18A1-273D-4BE6-A626-0AD9A1F19E74}" type="presParOf" srcId="{83FBCCB7-3039-4873-ACB2-13B5564A4851}" destId="{99E4F85F-7BDE-49C0-B34F-D9BDCA3FD908}" srcOrd="1" destOrd="0" presId="urn:microsoft.com/office/officeart/2005/8/layout/orgChart1"/>
    <dgm:cxn modelId="{D0393D6F-8EF2-4CB0-84B3-B6BE414FA6FC}" type="presParOf" srcId="{CA3DD4CB-C593-45EF-93CF-F2D6A900A952}" destId="{A6DE06D4-ADC8-4D22-AD24-BB7904EB33AF}" srcOrd="1" destOrd="0" presId="urn:microsoft.com/office/officeart/2005/8/layout/orgChart1"/>
    <dgm:cxn modelId="{5A122007-B83C-48E0-85C3-4A38CA0D9E40}" type="presParOf" srcId="{CA3DD4CB-C593-45EF-93CF-F2D6A900A952}" destId="{E72878BD-FE98-4984-8DED-75BA62E3649B}" srcOrd="2" destOrd="0" presId="urn:microsoft.com/office/officeart/2005/8/layout/orgChart1"/>
    <dgm:cxn modelId="{6D244382-6F47-4838-9E37-C60FFCC35D5E}" type="presParOf" srcId="{EC530BC8-2562-45FB-8DF4-BE5850F598A5}" destId="{ED30C6A7-930D-4593-8621-64E4C9279B25}" srcOrd="6" destOrd="0" presId="urn:microsoft.com/office/officeart/2005/8/layout/orgChart1"/>
    <dgm:cxn modelId="{028ED1DB-80BF-4041-BE32-E213EC307072}" type="presParOf" srcId="{EC530BC8-2562-45FB-8DF4-BE5850F598A5}" destId="{C9B6D85C-609C-4CAB-BFDF-D1871AB7516C}" srcOrd="7" destOrd="0" presId="urn:microsoft.com/office/officeart/2005/8/layout/orgChart1"/>
    <dgm:cxn modelId="{44CAC95B-AA3D-453C-9E7B-59963E45B9AA}" type="presParOf" srcId="{C9B6D85C-609C-4CAB-BFDF-D1871AB7516C}" destId="{450BCD2A-937A-4339-A7A8-C3F4227793DD}" srcOrd="0" destOrd="0" presId="urn:microsoft.com/office/officeart/2005/8/layout/orgChart1"/>
    <dgm:cxn modelId="{A51B2F96-928E-4AA2-8144-9DB439086DCC}" type="presParOf" srcId="{450BCD2A-937A-4339-A7A8-C3F4227793DD}" destId="{999A73A9-14A9-425D-8F5C-3E28C8D1C4B5}" srcOrd="0" destOrd="0" presId="urn:microsoft.com/office/officeart/2005/8/layout/orgChart1"/>
    <dgm:cxn modelId="{A18D54E5-15CE-4025-9E09-A5D2C0AA4265}" type="presParOf" srcId="{450BCD2A-937A-4339-A7A8-C3F4227793DD}" destId="{3BA3236B-AA5D-4A86-83DF-AF6E87BBAC94}" srcOrd="1" destOrd="0" presId="urn:microsoft.com/office/officeart/2005/8/layout/orgChart1"/>
    <dgm:cxn modelId="{1893A315-3088-43C6-8D48-4DCA7B6F8029}" type="presParOf" srcId="{C9B6D85C-609C-4CAB-BFDF-D1871AB7516C}" destId="{391348D9-1AB2-44E5-A391-33C9F142D6F8}" srcOrd="1" destOrd="0" presId="urn:microsoft.com/office/officeart/2005/8/layout/orgChart1"/>
    <dgm:cxn modelId="{677252AE-F631-4022-A66F-731244B68DA9}" type="presParOf" srcId="{C9B6D85C-609C-4CAB-BFDF-D1871AB7516C}" destId="{0CDC4996-EBD5-4C9A-B9CD-86FEC8286283}" srcOrd="2" destOrd="0" presId="urn:microsoft.com/office/officeart/2005/8/layout/orgChart1"/>
    <dgm:cxn modelId="{51150035-0EA9-4704-BC68-8CDDBE989138}" type="presParOf" srcId="{EC530BC8-2562-45FB-8DF4-BE5850F598A5}" destId="{3CF044E6-5F54-42AB-AF85-05D040F7CE12}" srcOrd="8" destOrd="0" presId="urn:microsoft.com/office/officeart/2005/8/layout/orgChart1"/>
    <dgm:cxn modelId="{99FF991F-9FD8-4CCC-95E7-3282B4426531}" type="presParOf" srcId="{EC530BC8-2562-45FB-8DF4-BE5850F598A5}" destId="{1453E886-A487-41ED-9C2B-CD686681B3B7}" srcOrd="9" destOrd="0" presId="urn:microsoft.com/office/officeart/2005/8/layout/orgChart1"/>
    <dgm:cxn modelId="{E71DEF46-06C9-46DA-A934-ACC2D0627D9E}" type="presParOf" srcId="{1453E886-A487-41ED-9C2B-CD686681B3B7}" destId="{2CA60B2B-6CD0-49A6-BEC0-C8CD8A3C1E03}" srcOrd="0" destOrd="0" presId="urn:microsoft.com/office/officeart/2005/8/layout/orgChart1"/>
    <dgm:cxn modelId="{B45149BC-D3CE-4A2A-8A7A-0C52A45D2289}" type="presParOf" srcId="{2CA60B2B-6CD0-49A6-BEC0-C8CD8A3C1E03}" destId="{A6584787-D9A0-4103-A160-C1EBFD52C74A}" srcOrd="0" destOrd="0" presId="urn:microsoft.com/office/officeart/2005/8/layout/orgChart1"/>
    <dgm:cxn modelId="{BAA1B55B-DA36-4C06-B35F-0549ECC33431}" type="presParOf" srcId="{2CA60B2B-6CD0-49A6-BEC0-C8CD8A3C1E03}" destId="{76C79E6E-19F9-42D0-92E7-8F9E59898A9B}" srcOrd="1" destOrd="0" presId="urn:microsoft.com/office/officeart/2005/8/layout/orgChart1"/>
    <dgm:cxn modelId="{9609D78A-6E7A-4122-A3DD-6D381387795E}" type="presParOf" srcId="{1453E886-A487-41ED-9C2B-CD686681B3B7}" destId="{804EF542-8485-436A-AE59-5124D118E65B}" srcOrd="1" destOrd="0" presId="urn:microsoft.com/office/officeart/2005/8/layout/orgChart1"/>
    <dgm:cxn modelId="{388D1CAE-BC40-43CB-B26E-6BA55AA9FA12}" type="presParOf" srcId="{1453E886-A487-41ED-9C2B-CD686681B3B7}" destId="{1717A1FE-FF83-446E-8D09-063769087B54}" srcOrd="2" destOrd="0" presId="urn:microsoft.com/office/officeart/2005/8/layout/orgChart1"/>
    <dgm:cxn modelId="{DE5B2D67-2F72-4E66-A4D9-E6459CAA3865}" type="presParOf" srcId="{040E3E94-9BF0-43FB-8FC5-B42C8D399F12}" destId="{9FB724DD-A401-4E9E-A0FB-B451D3EB649C}" srcOrd="2" destOrd="0" presId="urn:microsoft.com/office/officeart/2005/8/layout/orgChart1"/>
    <dgm:cxn modelId="{B92E27C3-44CB-402E-AD08-B5081B0F4F33}" type="presParOf" srcId="{01D3A4B4-9894-4E47-895E-2E1B07B42C75}" destId="{B7022BB0-0BE2-4854-B972-C3878E118F94}" srcOrd="4" destOrd="0" presId="urn:microsoft.com/office/officeart/2005/8/layout/orgChart1"/>
    <dgm:cxn modelId="{0C790BDB-F0E5-4110-9E10-A2809B475807}" type="presParOf" srcId="{01D3A4B4-9894-4E47-895E-2E1B07B42C75}" destId="{7FF7EB8B-EE7E-43B9-A49D-1348BB49768A}" srcOrd="5" destOrd="0" presId="urn:microsoft.com/office/officeart/2005/8/layout/orgChart1"/>
    <dgm:cxn modelId="{45D02B56-D34C-42FE-9265-9DE26DBE1B5A}" type="presParOf" srcId="{7FF7EB8B-EE7E-43B9-A49D-1348BB49768A}" destId="{783DAC38-8AC2-4B2E-96B4-E2E518966914}" srcOrd="0" destOrd="0" presId="urn:microsoft.com/office/officeart/2005/8/layout/orgChart1"/>
    <dgm:cxn modelId="{F3AE4505-208A-4402-A112-EEAAABB0AE9E}" type="presParOf" srcId="{783DAC38-8AC2-4B2E-96B4-E2E518966914}" destId="{5B2EA293-368B-45F0-AE57-205F2B0AB1BC}" srcOrd="0" destOrd="0" presId="urn:microsoft.com/office/officeart/2005/8/layout/orgChart1"/>
    <dgm:cxn modelId="{C7AC5368-AC16-4CC6-B55B-07217F1770C7}" type="presParOf" srcId="{783DAC38-8AC2-4B2E-96B4-E2E518966914}" destId="{11B72BC4-4D93-4EE4-B8F2-74C5F2F8A405}" srcOrd="1" destOrd="0" presId="urn:microsoft.com/office/officeart/2005/8/layout/orgChart1"/>
    <dgm:cxn modelId="{33ED491C-E87B-4400-BA7E-F11B64F4B325}" type="presParOf" srcId="{7FF7EB8B-EE7E-43B9-A49D-1348BB49768A}" destId="{46FAA728-BD00-4370-82DC-571B5F01D427}" srcOrd="1" destOrd="0" presId="urn:microsoft.com/office/officeart/2005/8/layout/orgChart1"/>
    <dgm:cxn modelId="{0B271623-E8E3-442D-9CAD-4079F9E24855}" type="presParOf" srcId="{7FF7EB8B-EE7E-43B9-A49D-1348BB49768A}" destId="{26BFA9FD-5A65-4E29-BDF0-8FA95A2DADCF}" srcOrd="2" destOrd="0" presId="urn:microsoft.com/office/officeart/2005/8/layout/orgChart1"/>
    <dgm:cxn modelId="{8C2E210C-631C-4328-B459-B3B64196E1AE}" type="presParOf" srcId="{4D0AE34B-EFE2-423B-93EF-385F2449D615}" destId="{5F35F005-0321-443D-8844-85509453021C}" srcOrd="2" destOrd="0" presId="urn:microsoft.com/office/officeart/2005/8/layout/orgChart1"/>
    <dgm:cxn modelId="{078CF8F3-0857-420A-BFE5-A4FB41E7D665}" type="presParOf" srcId="{F57A469D-BE66-42A1-A2D9-0AD8D0991D1F}" destId="{B4FC89F5-0990-437F-B774-BA6B3C0D806E}" srcOrd="4" destOrd="0" presId="urn:microsoft.com/office/officeart/2005/8/layout/orgChart1"/>
    <dgm:cxn modelId="{BB917F18-CA58-4DDB-BE91-4714385A84E7}" type="presParOf" srcId="{F57A469D-BE66-42A1-A2D9-0AD8D0991D1F}" destId="{E38688D3-5E59-4DA6-B6E3-C0F1063B2BED}" srcOrd="5" destOrd="0" presId="urn:microsoft.com/office/officeart/2005/8/layout/orgChart1"/>
    <dgm:cxn modelId="{57C1CC4F-B57B-4D43-9C2D-F4D9C707059E}" type="presParOf" srcId="{E38688D3-5E59-4DA6-B6E3-C0F1063B2BED}" destId="{92EDC531-65C7-4477-91FE-E0AC32C83F14}" srcOrd="0" destOrd="0" presId="urn:microsoft.com/office/officeart/2005/8/layout/orgChart1"/>
    <dgm:cxn modelId="{761AD74D-1AD6-4BD0-A549-E233F5FA8979}" type="presParOf" srcId="{92EDC531-65C7-4477-91FE-E0AC32C83F14}" destId="{A3E4DFD6-B269-4BDA-8085-62CE14C0C2EF}" srcOrd="0" destOrd="0" presId="urn:microsoft.com/office/officeart/2005/8/layout/orgChart1"/>
    <dgm:cxn modelId="{CB7F6ADE-B516-448D-B4AA-434380BF3F66}" type="presParOf" srcId="{92EDC531-65C7-4477-91FE-E0AC32C83F14}" destId="{A5AEDCA6-C6DF-49A7-A68F-E290F60E3B39}" srcOrd="1" destOrd="0" presId="urn:microsoft.com/office/officeart/2005/8/layout/orgChart1"/>
    <dgm:cxn modelId="{CFDA9965-5A44-4867-AE07-F8CEDBFB04CE}" type="presParOf" srcId="{E38688D3-5E59-4DA6-B6E3-C0F1063B2BED}" destId="{CC0E6E28-411B-4F8F-A50D-D95452C35A8A}" srcOrd="1" destOrd="0" presId="urn:microsoft.com/office/officeart/2005/8/layout/orgChart1"/>
    <dgm:cxn modelId="{726EDDD3-A3CB-473F-922B-BA47AD8CA26C}" type="presParOf" srcId="{CC0E6E28-411B-4F8F-A50D-D95452C35A8A}" destId="{FB7D5523-C058-438F-9396-35CAB5CD82CD}" srcOrd="0" destOrd="0" presId="urn:microsoft.com/office/officeart/2005/8/layout/orgChart1"/>
    <dgm:cxn modelId="{C89D65CE-27EF-474C-8280-0F357FB6482A}" type="presParOf" srcId="{CC0E6E28-411B-4F8F-A50D-D95452C35A8A}" destId="{7301FFD5-5828-4867-AA75-820FC4E858F5}" srcOrd="1" destOrd="0" presId="urn:microsoft.com/office/officeart/2005/8/layout/orgChart1"/>
    <dgm:cxn modelId="{64889F27-4F76-4C97-B1FA-26B5890B2913}" type="presParOf" srcId="{7301FFD5-5828-4867-AA75-820FC4E858F5}" destId="{76DECCC4-0802-4EB9-A7DC-4FE75EA57450}" srcOrd="0" destOrd="0" presId="urn:microsoft.com/office/officeart/2005/8/layout/orgChart1"/>
    <dgm:cxn modelId="{681BB4FA-98BE-40E8-A510-84E89AACA4DC}" type="presParOf" srcId="{76DECCC4-0802-4EB9-A7DC-4FE75EA57450}" destId="{2B93FCE3-E578-4EA5-8AFB-311FCBE3FA79}" srcOrd="0" destOrd="0" presId="urn:microsoft.com/office/officeart/2005/8/layout/orgChart1"/>
    <dgm:cxn modelId="{B32C9955-A930-4B3A-84F1-EC30FE6D9A8D}" type="presParOf" srcId="{76DECCC4-0802-4EB9-A7DC-4FE75EA57450}" destId="{AAE84476-80B1-4853-8C2F-5A572D6BF374}" srcOrd="1" destOrd="0" presId="urn:microsoft.com/office/officeart/2005/8/layout/orgChart1"/>
    <dgm:cxn modelId="{57A11027-F7A8-4769-BFD5-FAE2D9DBCE98}" type="presParOf" srcId="{7301FFD5-5828-4867-AA75-820FC4E858F5}" destId="{2FED93DE-2296-45A7-8A8F-EB12A926EC68}" srcOrd="1" destOrd="0" presId="urn:microsoft.com/office/officeart/2005/8/layout/orgChart1"/>
    <dgm:cxn modelId="{22CA1BB7-F7BE-414D-89B0-8BA8F740F9CF}" type="presParOf" srcId="{7301FFD5-5828-4867-AA75-820FC4E858F5}" destId="{A7CCC7B6-1B55-413B-83E8-DF2D9257CD53}" srcOrd="2" destOrd="0" presId="urn:microsoft.com/office/officeart/2005/8/layout/orgChart1"/>
    <dgm:cxn modelId="{ACCBD500-9D3D-4A6B-8C25-66BE51A0F3E0}" type="presParOf" srcId="{CC0E6E28-411B-4F8F-A50D-D95452C35A8A}" destId="{B7F45AC6-8B70-4335-BE6A-ACBCA421B9B6}" srcOrd="2" destOrd="0" presId="urn:microsoft.com/office/officeart/2005/8/layout/orgChart1"/>
    <dgm:cxn modelId="{C30AEE6B-0379-4239-81FB-DEB23DDA5409}" type="presParOf" srcId="{CC0E6E28-411B-4F8F-A50D-D95452C35A8A}" destId="{8EE81C18-BF13-4604-AD68-D0573630628B}" srcOrd="3" destOrd="0" presId="urn:microsoft.com/office/officeart/2005/8/layout/orgChart1"/>
    <dgm:cxn modelId="{FA46DD26-CD27-413B-BE93-2DD4976FC2C7}" type="presParOf" srcId="{8EE81C18-BF13-4604-AD68-D0573630628B}" destId="{A8BA65F7-1C57-4CCB-875E-A93028617ED3}" srcOrd="0" destOrd="0" presId="urn:microsoft.com/office/officeart/2005/8/layout/orgChart1"/>
    <dgm:cxn modelId="{2A2C2076-1A9C-4E65-89DB-386C28761049}" type="presParOf" srcId="{A8BA65F7-1C57-4CCB-875E-A93028617ED3}" destId="{BCB7545A-2CD4-4D98-89A6-9A65CAAED501}" srcOrd="0" destOrd="0" presId="urn:microsoft.com/office/officeart/2005/8/layout/orgChart1"/>
    <dgm:cxn modelId="{3C5B3894-454B-4C7D-8116-73F3E39C8602}" type="presParOf" srcId="{A8BA65F7-1C57-4CCB-875E-A93028617ED3}" destId="{B1CDCF1E-3542-40CF-BB58-2536FA403812}" srcOrd="1" destOrd="0" presId="urn:microsoft.com/office/officeart/2005/8/layout/orgChart1"/>
    <dgm:cxn modelId="{1F1D88E0-A427-484C-8070-E2774E54FE34}" type="presParOf" srcId="{8EE81C18-BF13-4604-AD68-D0573630628B}" destId="{53BBA7A0-CD48-489D-9691-DDCC90E26EF1}" srcOrd="1" destOrd="0" presId="urn:microsoft.com/office/officeart/2005/8/layout/orgChart1"/>
    <dgm:cxn modelId="{96B2767E-CF37-41C6-9BBE-B400E7C37354}" type="presParOf" srcId="{8EE81C18-BF13-4604-AD68-D0573630628B}" destId="{D86D970C-8FDD-4805-83B6-764EE1354FF2}" srcOrd="2" destOrd="0" presId="urn:microsoft.com/office/officeart/2005/8/layout/orgChart1"/>
    <dgm:cxn modelId="{508D899C-EF64-48A0-B54B-FC8189EDD1EA}" type="presParOf" srcId="{CC0E6E28-411B-4F8F-A50D-D95452C35A8A}" destId="{FF579F33-4197-45B8-96F7-07CAF5208A37}" srcOrd="4" destOrd="0" presId="urn:microsoft.com/office/officeart/2005/8/layout/orgChart1"/>
    <dgm:cxn modelId="{5759E7A9-F18D-4F13-9B29-1FF9D5C9CD87}" type="presParOf" srcId="{CC0E6E28-411B-4F8F-A50D-D95452C35A8A}" destId="{CFBE2A08-6A1A-45F0-A527-91CB76AB3947}" srcOrd="5" destOrd="0" presId="urn:microsoft.com/office/officeart/2005/8/layout/orgChart1"/>
    <dgm:cxn modelId="{648D23E5-DF02-4DA7-8671-FEF96EBB268C}" type="presParOf" srcId="{CFBE2A08-6A1A-45F0-A527-91CB76AB3947}" destId="{CCE1E6DD-92B4-4DDE-8410-55C5CDA14DF2}" srcOrd="0" destOrd="0" presId="urn:microsoft.com/office/officeart/2005/8/layout/orgChart1"/>
    <dgm:cxn modelId="{BF4937A1-D6F4-4075-B939-E9D3858ABC10}" type="presParOf" srcId="{CCE1E6DD-92B4-4DDE-8410-55C5CDA14DF2}" destId="{A25988E3-530D-4DBA-9949-829C4CCBD6ED}" srcOrd="0" destOrd="0" presId="urn:microsoft.com/office/officeart/2005/8/layout/orgChart1"/>
    <dgm:cxn modelId="{5BBDA12B-4FFD-464B-9808-E382DBD645B7}" type="presParOf" srcId="{CCE1E6DD-92B4-4DDE-8410-55C5CDA14DF2}" destId="{9A9F4515-B201-4CB9-B7A1-49833A7D236C}" srcOrd="1" destOrd="0" presId="urn:microsoft.com/office/officeart/2005/8/layout/orgChart1"/>
    <dgm:cxn modelId="{608ECE99-0E3C-4159-ABEF-4A93762C7B78}" type="presParOf" srcId="{CFBE2A08-6A1A-45F0-A527-91CB76AB3947}" destId="{6C8759D6-B406-4806-BC9C-E4D81DCC0377}" srcOrd="1" destOrd="0" presId="urn:microsoft.com/office/officeart/2005/8/layout/orgChart1"/>
    <dgm:cxn modelId="{0149A05E-CF9F-45FE-991D-31CF6F8982DD}" type="presParOf" srcId="{CFBE2A08-6A1A-45F0-A527-91CB76AB3947}" destId="{9CDBA0C9-19C9-41DA-A877-418DC1C0DCA4}" srcOrd="2" destOrd="0" presId="urn:microsoft.com/office/officeart/2005/8/layout/orgChart1"/>
    <dgm:cxn modelId="{530D95F2-8AB4-42A8-9BD1-D5FF40BD68C5}" type="presParOf" srcId="{E38688D3-5E59-4DA6-B6E3-C0F1063B2BED}" destId="{9055F68B-FB5C-4A58-9400-37CCBA3426CD}" srcOrd="2" destOrd="0" presId="urn:microsoft.com/office/officeart/2005/8/layout/orgChart1"/>
    <dgm:cxn modelId="{599F5A43-7F52-4052-975E-F7D8B452696E}" type="presParOf" srcId="{F57A469D-BE66-42A1-A2D9-0AD8D0991D1F}" destId="{9D6C41C2-259F-4C29-A33C-C26844FC396A}" srcOrd="6" destOrd="0" presId="urn:microsoft.com/office/officeart/2005/8/layout/orgChart1"/>
    <dgm:cxn modelId="{605D3EAF-F420-4793-B6E1-68D17E946D04}" type="presParOf" srcId="{F57A469D-BE66-42A1-A2D9-0AD8D0991D1F}" destId="{B1B2FB4C-6F5C-4510-AF0F-481473C74456}" srcOrd="7" destOrd="0" presId="urn:microsoft.com/office/officeart/2005/8/layout/orgChart1"/>
    <dgm:cxn modelId="{16685359-E8A9-4744-8F7C-6A626D6BFFEF}" type="presParOf" srcId="{B1B2FB4C-6F5C-4510-AF0F-481473C74456}" destId="{35D799AF-1227-42DD-827E-6FEE5FC03FC9}" srcOrd="0" destOrd="0" presId="urn:microsoft.com/office/officeart/2005/8/layout/orgChart1"/>
    <dgm:cxn modelId="{115D391F-9FC0-412A-A4C8-7C05005491F6}" type="presParOf" srcId="{35D799AF-1227-42DD-827E-6FEE5FC03FC9}" destId="{2086630D-EE78-4B15-BA7F-A7FF8E98AB77}" srcOrd="0" destOrd="0" presId="urn:microsoft.com/office/officeart/2005/8/layout/orgChart1"/>
    <dgm:cxn modelId="{114FDEE1-10AB-4A2E-A5FF-41C5B752DF5F}" type="presParOf" srcId="{35D799AF-1227-42DD-827E-6FEE5FC03FC9}" destId="{23709E31-2061-41D9-B659-D8D065D10726}" srcOrd="1" destOrd="0" presId="urn:microsoft.com/office/officeart/2005/8/layout/orgChart1"/>
    <dgm:cxn modelId="{7CB88DA4-BBD1-488E-AA6B-5C23222A41D2}" type="presParOf" srcId="{B1B2FB4C-6F5C-4510-AF0F-481473C74456}" destId="{5AB4E483-3C6C-433F-B447-184F72AB5CC9}" srcOrd="1" destOrd="0" presId="urn:microsoft.com/office/officeart/2005/8/layout/orgChart1"/>
    <dgm:cxn modelId="{F77B4276-80F0-448A-A13F-46FCCF642710}" type="presParOf" srcId="{5AB4E483-3C6C-433F-B447-184F72AB5CC9}" destId="{70CDD8C3-A5EC-47DD-84BB-46C336633DB7}" srcOrd="0" destOrd="0" presId="urn:microsoft.com/office/officeart/2005/8/layout/orgChart1"/>
    <dgm:cxn modelId="{D8DE044C-CCCC-4377-8305-19F20C8E1101}" type="presParOf" srcId="{5AB4E483-3C6C-433F-B447-184F72AB5CC9}" destId="{1FD46759-8236-4DE4-8851-428DC3F2B454}" srcOrd="1" destOrd="0" presId="urn:microsoft.com/office/officeart/2005/8/layout/orgChart1"/>
    <dgm:cxn modelId="{2A622EF0-536F-4166-968C-BC565247D2DB}" type="presParOf" srcId="{1FD46759-8236-4DE4-8851-428DC3F2B454}" destId="{78EFD89E-AC80-46C2-A752-1B97C129C769}" srcOrd="0" destOrd="0" presId="urn:microsoft.com/office/officeart/2005/8/layout/orgChart1"/>
    <dgm:cxn modelId="{C30EABBA-0608-4BCD-924C-847E0666FD9A}" type="presParOf" srcId="{78EFD89E-AC80-46C2-A752-1B97C129C769}" destId="{5F4B2303-D6EC-4B1C-A097-A21FE6A367E2}" srcOrd="0" destOrd="0" presId="urn:microsoft.com/office/officeart/2005/8/layout/orgChart1"/>
    <dgm:cxn modelId="{8DADD909-E0BC-4549-88F8-0446321DEE06}" type="presParOf" srcId="{78EFD89E-AC80-46C2-A752-1B97C129C769}" destId="{BF8C2BC1-C504-4F87-8BDB-8DDEB73989A2}" srcOrd="1" destOrd="0" presId="urn:microsoft.com/office/officeart/2005/8/layout/orgChart1"/>
    <dgm:cxn modelId="{2FAEEEC9-3A67-4356-BB38-00D5908D85FF}" type="presParOf" srcId="{1FD46759-8236-4DE4-8851-428DC3F2B454}" destId="{5702941D-48E7-497F-84C4-F2B67A4810EF}" srcOrd="1" destOrd="0" presId="urn:microsoft.com/office/officeart/2005/8/layout/orgChart1"/>
    <dgm:cxn modelId="{020D4495-E312-4282-B3B8-B3692B89D5FA}" type="presParOf" srcId="{5702941D-48E7-497F-84C4-F2B67A4810EF}" destId="{1B81D404-681F-4CD2-B07D-F9033491CDE4}" srcOrd="0" destOrd="0" presId="urn:microsoft.com/office/officeart/2005/8/layout/orgChart1"/>
    <dgm:cxn modelId="{9F862C52-65B1-4B9F-B690-B94CC575B979}" type="presParOf" srcId="{5702941D-48E7-497F-84C4-F2B67A4810EF}" destId="{98942814-3E8D-402C-BFA1-E44AE6065EAE}" srcOrd="1" destOrd="0" presId="urn:microsoft.com/office/officeart/2005/8/layout/orgChart1"/>
    <dgm:cxn modelId="{5B876C00-6FE1-4AE9-A008-B625521FF055}" type="presParOf" srcId="{98942814-3E8D-402C-BFA1-E44AE6065EAE}" destId="{F61B1319-E19E-4866-A5D6-72BA09814AE8}" srcOrd="0" destOrd="0" presId="urn:microsoft.com/office/officeart/2005/8/layout/orgChart1"/>
    <dgm:cxn modelId="{F76C76F0-DCC3-427A-958F-D46898F5B46B}" type="presParOf" srcId="{F61B1319-E19E-4866-A5D6-72BA09814AE8}" destId="{8E857FE9-18B3-48DB-B7E7-FA44BFECD034}" srcOrd="0" destOrd="0" presId="urn:microsoft.com/office/officeart/2005/8/layout/orgChart1"/>
    <dgm:cxn modelId="{AFD31A0F-6A7D-4D43-B1C5-ABD22E1DFE96}" type="presParOf" srcId="{F61B1319-E19E-4866-A5D6-72BA09814AE8}" destId="{2700A237-476A-41F7-BD9E-716686377647}" srcOrd="1" destOrd="0" presId="urn:microsoft.com/office/officeart/2005/8/layout/orgChart1"/>
    <dgm:cxn modelId="{64101428-1F58-491A-B40E-E71F009C55EC}" type="presParOf" srcId="{98942814-3E8D-402C-BFA1-E44AE6065EAE}" destId="{0640D5CF-5157-4649-B37A-3EEAC9DDF81D}" srcOrd="1" destOrd="0" presId="urn:microsoft.com/office/officeart/2005/8/layout/orgChart1"/>
    <dgm:cxn modelId="{EDE632BA-6164-462E-B9C0-DABF623DC9E9}" type="presParOf" srcId="{98942814-3E8D-402C-BFA1-E44AE6065EAE}" destId="{4E25FEA4-6A0E-428B-9145-DBAAF4776CD9}" srcOrd="2" destOrd="0" presId="urn:microsoft.com/office/officeart/2005/8/layout/orgChart1"/>
    <dgm:cxn modelId="{77685D7C-A487-4ADB-8BF5-3555495B1723}" type="presParOf" srcId="{5702941D-48E7-497F-84C4-F2B67A4810EF}" destId="{1D902BB9-D14B-45CD-80A4-A0024D716594}" srcOrd="2" destOrd="0" presId="urn:microsoft.com/office/officeart/2005/8/layout/orgChart1"/>
    <dgm:cxn modelId="{FABDFC95-8631-4FF8-8F4E-3CF0E5F6E695}" type="presParOf" srcId="{5702941D-48E7-497F-84C4-F2B67A4810EF}" destId="{A07A15E5-3B16-417A-9A0F-D0C5AF3AFD84}" srcOrd="3" destOrd="0" presId="urn:microsoft.com/office/officeart/2005/8/layout/orgChart1"/>
    <dgm:cxn modelId="{696D309E-F47E-4B48-BF33-AEBE6601750C}" type="presParOf" srcId="{A07A15E5-3B16-417A-9A0F-D0C5AF3AFD84}" destId="{D8A66675-499A-4B2D-84B5-C83759162A61}" srcOrd="0" destOrd="0" presId="urn:microsoft.com/office/officeart/2005/8/layout/orgChart1"/>
    <dgm:cxn modelId="{DD20D9B3-77E2-4430-8AA9-13CECD93C135}" type="presParOf" srcId="{D8A66675-499A-4B2D-84B5-C83759162A61}" destId="{4B10EC79-7C2B-46E6-92C7-08BA79D6B5E1}" srcOrd="0" destOrd="0" presId="urn:microsoft.com/office/officeart/2005/8/layout/orgChart1"/>
    <dgm:cxn modelId="{541C2984-1A2A-409B-902B-91079BED373B}" type="presParOf" srcId="{D8A66675-499A-4B2D-84B5-C83759162A61}" destId="{81877B7E-1E86-4429-B43C-E679C94643EE}" srcOrd="1" destOrd="0" presId="urn:microsoft.com/office/officeart/2005/8/layout/orgChart1"/>
    <dgm:cxn modelId="{F971F4D2-CE46-4994-9873-26B133684A76}" type="presParOf" srcId="{A07A15E5-3B16-417A-9A0F-D0C5AF3AFD84}" destId="{71F776BE-BBC7-4FFD-88D0-31CBC38D6D7E}" srcOrd="1" destOrd="0" presId="urn:microsoft.com/office/officeart/2005/8/layout/orgChart1"/>
    <dgm:cxn modelId="{0C9D728B-4979-47FC-8471-304DB021CC78}" type="presParOf" srcId="{A07A15E5-3B16-417A-9A0F-D0C5AF3AFD84}" destId="{AB4103D6-FF03-4076-8C19-1018BEB31094}" srcOrd="2" destOrd="0" presId="urn:microsoft.com/office/officeart/2005/8/layout/orgChart1"/>
    <dgm:cxn modelId="{FEE888F5-1620-4AC6-8B20-C6CCC9370873}" type="presParOf" srcId="{5702941D-48E7-497F-84C4-F2B67A4810EF}" destId="{1FC57C88-5F35-4D10-8C71-25D456DD148E}" srcOrd="4" destOrd="0" presId="urn:microsoft.com/office/officeart/2005/8/layout/orgChart1"/>
    <dgm:cxn modelId="{6F21E84F-BCB3-4A13-B04D-9985579EB6CF}" type="presParOf" srcId="{5702941D-48E7-497F-84C4-F2B67A4810EF}" destId="{AB4A45B9-6447-4B00-8E3D-6C6A5650F6D5}" srcOrd="5" destOrd="0" presId="urn:microsoft.com/office/officeart/2005/8/layout/orgChart1"/>
    <dgm:cxn modelId="{58AFD8BB-22AB-481E-88B5-A4169A11B3B0}" type="presParOf" srcId="{AB4A45B9-6447-4B00-8E3D-6C6A5650F6D5}" destId="{FCB3E4A4-AFB6-4F29-B2F3-EE8A9B5B4DD8}" srcOrd="0" destOrd="0" presId="urn:microsoft.com/office/officeart/2005/8/layout/orgChart1"/>
    <dgm:cxn modelId="{73DFFFD1-E9BD-476D-ACE0-A37E7FF37DC3}" type="presParOf" srcId="{FCB3E4A4-AFB6-4F29-B2F3-EE8A9B5B4DD8}" destId="{293322AB-E471-4D79-9762-D38A246B1048}" srcOrd="0" destOrd="0" presId="urn:microsoft.com/office/officeart/2005/8/layout/orgChart1"/>
    <dgm:cxn modelId="{98AB5650-5C30-41C7-806C-55A3113680B9}" type="presParOf" srcId="{FCB3E4A4-AFB6-4F29-B2F3-EE8A9B5B4DD8}" destId="{13643D52-6053-4EC4-8E8D-7C842C0EFFAF}" srcOrd="1" destOrd="0" presId="urn:microsoft.com/office/officeart/2005/8/layout/orgChart1"/>
    <dgm:cxn modelId="{FA16CB9C-66CD-4EDD-AFDD-7615D4ED2E7E}" type="presParOf" srcId="{AB4A45B9-6447-4B00-8E3D-6C6A5650F6D5}" destId="{F1B9FAD0-6BBC-41A5-B397-34AB2534E6DE}" srcOrd="1" destOrd="0" presId="urn:microsoft.com/office/officeart/2005/8/layout/orgChart1"/>
    <dgm:cxn modelId="{9A755C07-4D92-4FB6-ABAF-C8989FDF1348}" type="presParOf" srcId="{AB4A45B9-6447-4B00-8E3D-6C6A5650F6D5}" destId="{75121C19-DE51-49A7-8CC7-A0F1662B9DE2}" srcOrd="2" destOrd="0" presId="urn:microsoft.com/office/officeart/2005/8/layout/orgChart1"/>
    <dgm:cxn modelId="{4D2AA7B6-28C5-44CF-9B7C-F322F234AD31}" type="presParOf" srcId="{1FD46759-8236-4DE4-8851-428DC3F2B454}" destId="{95A56EAC-45F7-4F49-8098-6EC931AF2F65}" srcOrd="2" destOrd="0" presId="urn:microsoft.com/office/officeart/2005/8/layout/orgChart1"/>
    <dgm:cxn modelId="{CA491632-681F-4DBC-8CD2-3D841CB0B272}" type="presParOf" srcId="{5AB4E483-3C6C-433F-B447-184F72AB5CC9}" destId="{65261B2C-D399-44E7-BF87-27DC76169720}" srcOrd="2" destOrd="0" presId="urn:microsoft.com/office/officeart/2005/8/layout/orgChart1"/>
    <dgm:cxn modelId="{1B2AF3CD-300C-4DD4-9184-D1A1A0FBF176}" type="presParOf" srcId="{5AB4E483-3C6C-433F-B447-184F72AB5CC9}" destId="{A056E396-B438-4A43-BFF5-5F903EC44DB3}" srcOrd="3" destOrd="0" presId="urn:microsoft.com/office/officeart/2005/8/layout/orgChart1"/>
    <dgm:cxn modelId="{3182BF4E-52E7-45E9-B677-72D04A5170C1}" type="presParOf" srcId="{A056E396-B438-4A43-BFF5-5F903EC44DB3}" destId="{85FCCD1D-06FB-459E-965D-73944648067E}" srcOrd="0" destOrd="0" presId="urn:microsoft.com/office/officeart/2005/8/layout/orgChart1"/>
    <dgm:cxn modelId="{8850B3EA-573A-43D3-9EDC-895A0F901C75}" type="presParOf" srcId="{85FCCD1D-06FB-459E-965D-73944648067E}" destId="{AF7A0C2C-45DC-4BC9-A66E-E9D0E6E9122F}" srcOrd="0" destOrd="0" presId="urn:microsoft.com/office/officeart/2005/8/layout/orgChart1"/>
    <dgm:cxn modelId="{2761B212-A592-4539-A9EE-AA6BC916BABC}" type="presParOf" srcId="{85FCCD1D-06FB-459E-965D-73944648067E}" destId="{396A7E46-AE9D-44E1-A7F6-155B60DE6FD3}" srcOrd="1" destOrd="0" presId="urn:microsoft.com/office/officeart/2005/8/layout/orgChart1"/>
    <dgm:cxn modelId="{22503FE4-CCD2-42FA-81C3-D4ED2DB8BA84}" type="presParOf" srcId="{A056E396-B438-4A43-BFF5-5F903EC44DB3}" destId="{BA2DC324-07FB-4414-8D4D-5A70FF382FB2}" srcOrd="1" destOrd="0" presId="urn:microsoft.com/office/officeart/2005/8/layout/orgChart1"/>
    <dgm:cxn modelId="{A3A0A893-C061-4F59-B085-70D5A3D634B9}" type="presParOf" srcId="{BA2DC324-07FB-4414-8D4D-5A70FF382FB2}" destId="{367FD61D-DF57-4A06-8D7A-A9C7DDA60682}" srcOrd="0" destOrd="0" presId="urn:microsoft.com/office/officeart/2005/8/layout/orgChart1"/>
    <dgm:cxn modelId="{0FE42469-AF1D-4BB9-BC89-67FCA9BBCB22}" type="presParOf" srcId="{BA2DC324-07FB-4414-8D4D-5A70FF382FB2}" destId="{D2A649B9-93AC-45C8-80B8-E72345362638}" srcOrd="1" destOrd="0" presId="urn:microsoft.com/office/officeart/2005/8/layout/orgChart1"/>
    <dgm:cxn modelId="{1195F97C-D50F-4745-9C79-0EAEF4B28188}" type="presParOf" srcId="{D2A649B9-93AC-45C8-80B8-E72345362638}" destId="{9A90D187-FE82-47D0-BE78-3133D4B6CC8F}" srcOrd="0" destOrd="0" presId="urn:microsoft.com/office/officeart/2005/8/layout/orgChart1"/>
    <dgm:cxn modelId="{920DB3E2-1395-45E1-B151-BDD99BDFC37D}" type="presParOf" srcId="{9A90D187-FE82-47D0-BE78-3133D4B6CC8F}" destId="{82D089CB-3770-4B86-A80D-A986E7EBB726}" srcOrd="0" destOrd="0" presId="urn:microsoft.com/office/officeart/2005/8/layout/orgChart1"/>
    <dgm:cxn modelId="{9DE424DF-DE38-46E2-B2DF-082119599361}" type="presParOf" srcId="{9A90D187-FE82-47D0-BE78-3133D4B6CC8F}" destId="{F8B21EEA-4041-435F-BFA3-59A20F089E5F}" srcOrd="1" destOrd="0" presId="urn:microsoft.com/office/officeart/2005/8/layout/orgChart1"/>
    <dgm:cxn modelId="{B79736B2-BE95-45CE-8E68-160FF245EFE3}" type="presParOf" srcId="{D2A649B9-93AC-45C8-80B8-E72345362638}" destId="{75F03E09-68BB-4E3D-A7A2-7C9D497A7455}" srcOrd="1" destOrd="0" presId="urn:microsoft.com/office/officeart/2005/8/layout/orgChart1"/>
    <dgm:cxn modelId="{0861C96A-6FEA-414C-AEF1-3CD031244665}" type="presParOf" srcId="{D2A649B9-93AC-45C8-80B8-E72345362638}" destId="{102C45B5-FD34-4A47-A9E0-58185EFD7831}" srcOrd="2" destOrd="0" presId="urn:microsoft.com/office/officeart/2005/8/layout/orgChart1"/>
    <dgm:cxn modelId="{3E7516D0-90C3-43C7-8AD7-CF073358BA6F}" type="presParOf" srcId="{BA2DC324-07FB-4414-8D4D-5A70FF382FB2}" destId="{83CE62AB-2634-4CF2-8FE4-0DB6D5C5038F}" srcOrd="2" destOrd="0" presId="urn:microsoft.com/office/officeart/2005/8/layout/orgChart1"/>
    <dgm:cxn modelId="{40F8C260-91EA-48FB-8618-34F6E3CE9A64}" type="presParOf" srcId="{BA2DC324-07FB-4414-8D4D-5A70FF382FB2}" destId="{5B3721DA-15B6-4E14-9B7B-A53617703E20}" srcOrd="3" destOrd="0" presId="urn:microsoft.com/office/officeart/2005/8/layout/orgChart1"/>
    <dgm:cxn modelId="{FCEE8486-B2A0-4784-B04E-DCDB7201B520}" type="presParOf" srcId="{5B3721DA-15B6-4E14-9B7B-A53617703E20}" destId="{DFC4BD52-CE28-4DC0-9644-7398A678EAE3}" srcOrd="0" destOrd="0" presId="urn:microsoft.com/office/officeart/2005/8/layout/orgChart1"/>
    <dgm:cxn modelId="{2D548A7F-D1E7-46BB-940E-F41BE4369774}" type="presParOf" srcId="{DFC4BD52-CE28-4DC0-9644-7398A678EAE3}" destId="{11BB3F5A-B12A-4B83-A5FB-275B3CF47DFB}" srcOrd="0" destOrd="0" presId="urn:microsoft.com/office/officeart/2005/8/layout/orgChart1"/>
    <dgm:cxn modelId="{D2A6A814-E265-4A4F-B51F-DBB0C40EDE80}" type="presParOf" srcId="{DFC4BD52-CE28-4DC0-9644-7398A678EAE3}" destId="{043B0DB0-3F84-48F5-AB34-0FA5F3677061}" srcOrd="1" destOrd="0" presId="urn:microsoft.com/office/officeart/2005/8/layout/orgChart1"/>
    <dgm:cxn modelId="{5D9F6EF9-3E60-474A-B1E1-37EE08B459F2}" type="presParOf" srcId="{5B3721DA-15B6-4E14-9B7B-A53617703E20}" destId="{B917A5E4-A8C1-48B0-BFEA-FB7B3414D55A}" srcOrd="1" destOrd="0" presId="urn:microsoft.com/office/officeart/2005/8/layout/orgChart1"/>
    <dgm:cxn modelId="{D430D312-33FB-4702-89F9-4D81C6A7138C}" type="presParOf" srcId="{5B3721DA-15B6-4E14-9B7B-A53617703E20}" destId="{4E8A97E1-999F-4D64-ACFF-6AE463D7DB60}" srcOrd="2" destOrd="0" presId="urn:microsoft.com/office/officeart/2005/8/layout/orgChart1"/>
    <dgm:cxn modelId="{297E4372-E883-4FE1-84FF-4DCC88ADD53D}" type="presParOf" srcId="{BA2DC324-07FB-4414-8D4D-5A70FF382FB2}" destId="{07DD3AFF-4DD5-4F07-9744-234EE524FD8E}" srcOrd="4" destOrd="0" presId="urn:microsoft.com/office/officeart/2005/8/layout/orgChart1"/>
    <dgm:cxn modelId="{A7F36C84-20D2-49DF-9058-907D992F3EBE}" type="presParOf" srcId="{BA2DC324-07FB-4414-8D4D-5A70FF382FB2}" destId="{A004B570-6D5B-4D0C-91AA-A4971C69ACF7}" srcOrd="5" destOrd="0" presId="urn:microsoft.com/office/officeart/2005/8/layout/orgChart1"/>
    <dgm:cxn modelId="{2D11A619-A2AB-495F-AC4B-6CFADBA60226}" type="presParOf" srcId="{A004B570-6D5B-4D0C-91AA-A4971C69ACF7}" destId="{86D93F0D-38CF-49E6-9D90-52FE682792EE}" srcOrd="0" destOrd="0" presId="urn:microsoft.com/office/officeart/2005/8/layout/orgChart1"/>
    <dgm:cxn modelId="{3A614DD7-13CA-46BD-978D-926296E67782}" type="presParOf" srcId="{86D93F0D-38CF-49E6-9D90-52FE682792EE}" destId="{689C4A91-073F-4FD0-9BAD-7A00CBF0B326}" srcOrd="0" destOrd="0" presId="urn:microsoft.com/office/officeart/2005/8/layout/orgChart1"/>
    <dgm:cxn modelId="{D8DB5BE4-C483-4A1E-A34D-0733080CDA53}" type="presParOf" srcId="{86D93F0D-38CF-49E6-9D90-52FE682792EE}" destId="{05E52912-824E-41FD-96DE-5C31741861D6}" srcOrd="1" destOrd="0" presId="urn:microsoft.com/office/officeart/2005/8/layout/orgChart1"/>
    <dgm:cxn modelId="{E42F8D60-2EF9-4635-9D15-E751FA25FCAA}" type="presParOf" srcId="{A004B570-6D5B-4D0C-91AA-A4971C69ACF7}" destId="{6F1F426E-1328-4A61-881A-2CFAB89E16F6}" srcOrd="1" destOrd="0" presId="urn:microsoft.com/office/officeart/2005/8/layout/orgChart1"/>
    <dgm:cxn modelId="{568C8CE8-187F-4FB3-84EA-BC582DA1AE70}" type="presParOf" srcId="{A004B570-6D5B-4D0C-91AA-A4971C69ACF7}" destId="{190AFED1-42A2-48B2-8B60-4EE746F09893}" srcOrd="2" destOrd="0" presId="urn:microsoft.com/office/officeart/2005/8/layout/orgChart1"/>
    <dgm:cxn modelId="{A0954A22-0876-4B90-8ED7-A3807DC292F6}" type="presParOf" srcId="{A056E396-B438-4A43-BFF5-5F903EC44DB3}" destId="{FDBC5D7A-A59F-4992-AB32-2D3C32A44EA6}" srcOrd="2" destOrd="0" presId="urn:microsoft.com/office/officeart/2005/8/layout/orgChart1"/>
    <dgm:cxn modelId="{59E32B9E-69DB-4217-8F6B-55E77F58239D}" type="presParOf" srcId="{5AB4E483-3C6C-433F-B447-184F72AB5CC9}" destId="{66C23CFA-F5DB-48D7-B8FA-68738EEF5A7A}" srcOrd="4" destOrd="0" presId="urn:microsoft.com/office/officeart/2005/8/layout/orgChart1"/>
    <dgm:cxn modelId="{86E57E1A-4EDA-46CD-9382-F4B454A43CA3}" type="presParOf" srcId="{5AB4E483-3C6C-433F-B447-184F72AB5CC9}" destId="{2EBA0173-F92F-4790-B9E9-8A2DF15B3A63}" srcOrd="5" destOrd="0" presId="urn:microsoft.com/office/officeart/2005/8/layout/orgChart1"/>
    <dgm:cxn modelId="{BB8E6605-2931-4E80-87F7-2CB633D09F67}" type="presParOf" srcId="{2EBA0173-F92F-4790-B9E9-8A2DF15B3A63}" destId="{A70550CC-3A19-48AC-8AB2-0E0C8E771561}" srcOrd="0" destOrd="0" presId="urn:microsoft.com/office/officeart/2005/8/layout/orgChart1"/>
    <dgm:cxn modelId="{AC0C5CC7-9087-4C05-A2F3-116A1CC61CDC}" type="presParOf" srcId="{A70550CC-3A19-48AC-8AB2-0E0C8E771561}" destId="{5E795B2F-2DC5-46D7-B18D-CADC983792C9}" srcOrd="0" destOrd="0" presId="urn:microsoft.com/office/officeart/2005/8/layout/orgChart1"/>
    <dgm:cxn modelId="{5402FE1C-461D-4EA2-B986-6A926EBB44CC}" type="presParOf" srcId="{A70550CC-3A19-48AC-8AB2-0E0C8E771561}" destId="{223CB4EB-03E5-472A-A5E8-0ABC860E7FFC}" srcOrd="1" destOrd="0" presId="urn:microsoft.com/office/officeart/2005/8/layout/orgChart1"/>
    <dgm:cxn modelId="{36BFA258-FB6A-4198-B343-7EAF2A0BB556}" type="presParOf" srcId="{2EBA0173-F92F-4790-B9E9-8A2DF15B3A63}" destId="{95E7B14B-2DE9-4234-9718-6BD70714D916}" srcOrd="1" destOrd="0" presId="urn:microsoft.com/office/officeart/2005/8/layout/orgChart1"/>
    <dgm:cxn modelId="{25B541CE-D5FB-491D-9C44-EC9099C3D8B5}" type="presParOf" srcId="{95E7B14B-2DE9-4234-9718-6BD70714D916}" destId="{2EAADBB8-C9A4-4210-AE0D-E93AAE2A7938}" srcOrd="0" destOrd="0" presId="urn:microsoft.com/office/officeart/2005/8/layout/orgChart1"/>
    <dgm:cxn modelId="{35FF5A60-028E-4A22-8C00-198AC6928C9A}" type="presParOf" srcId="{95E7B14B-2DE9-4234-9718-6BD70714D916}" destId="{6EB88060-72AE-4E9F-BFE5-50F57E407830}" srcOrd="1" destOrd="0" presId="urn:microsoft.com/office/officeart/2005/8/layout/orgChart1"/>
    <dgm:cxn modelId="{C1B45E7B-FAA1-4CFC-8E15-328AF1A16288}" type="presParOf" srcId="{6EB88060-72AE-4E9F-BFE5-50F57E407830}" destId="{2835FA7C-84E8-4386-983F-E9D1E9578C72}" srcOrd="0" destOrd="0" presId="urn:microsoft.com/office/officeart/2005/8/layout/orgChart1"/>
    <dgm:cxn modelId="{ECB82102-F9EE-4789-85FE-5ECC5724FB71}" type="presParOf" srcId="{2835FA7C-84E8-4386-983F-E9D1E9578C72}" destId="{7262A7B0-3A10-457D-B6E1-A577EAC08953}" srcOrd="0" destOrd="0" presId="urn:microsoft.com/office/officeart/2005/8/layout/orgChart1"/>
    <dgm:cxn modelId="{F00E0B39-F8D2-493D-8959-1C908736F7C9}" type="presParOf" srcId="{2835FA7C-84E8-4386-983F-E9D1E9578C72}" destId="{32B30DC3-F8D6-4897-9E87-73B87CEF0700}" srcOrd="1" destOrd="0" presId="urn:microsoft.com/office/officeart/2005/8/layout/orgChart1"/>
    <dgm:cxn modelId="{06C320A6-21DA-408B-91BB-CED02C39097E}" type="presParOf" srcId="{6EB88060-72AE-4E9F-BFE5-50F57E407830}" destId="{58014570-23F6-4E62-8E13-B3E76E4DF396}" srcOrd="1" destOrd="0" presId="urn:microsoft.com/office/officeart/2005/8/layout/orgChart1"/>
    <dgm:cxn modelId="{4AFC6601-4297-4731-96F2-EA3B84CE4DC5}" type="presParOf" srcId="{6EB88060-72AE-4E9F-BFE5-50F57E407830}" destId="{65360555-5285-4499-AA8C-35EC13368CFD}" srcOrd="2" destOrd="0" presId="urn:microsoft.com/office/officeart/2005/8/layout/orgChart1"/>
    <dgm:cxn modelId="{F5CFA979-B3B3-4302-9F6C-4E67CC2D5C98}" type="presParOf" srcId="{95E7B14B-2DE9-4234-9718-6BD70714D916}" destId="{2A5271EA-0CD2-43C2-90DA-BF69B87621E6}" srcOrd="2" destOrd="0" presId="urn:microsoft.com/office/officeart/2005/8/layout/orgChart1"/>
    <dgm:cxn modelId="{FD998F88-2556-43B0-AB1E-394120F28724}" type="presParOf" srcId="{95E7B14B-2DE9-4234-9718-6BD70714D916}" destId="{75EDCE27-C4E0-46E8-AFCE-72A5932B6042}" srcOrd="3" destOrd="0" presId="urn:microsoft.com/office/officeart/2005/8/layout/orgChart1"/>
    <dgm:cxn modelId="{CD821E75-77CE-462D-8FD7-486451186259}" type="presParOf" srcId="{75EDCE27-C4E0-46E8-AFCE-72A5932B6042}" destId="{8044A2E8-EC1F-4752-A89F-5E34189EDC92}" srcOrd="0" destOrd="0" presId="urn:microsoft.com/office/officeart/2005/8/layout/orgChart1"/>
    <dgm:cxn modelId="{8A6F223E-EB14-405F-B351-7ABC26F708D3}" type="presParOf" srcId="{8044A2E8-EC1F-4752-A89F-5E34189EDC92}" destId="{3BC6EEFB-FDA9-416A-95E6-3442EAB7D3AF}" srcOrd="0" destOrd="0" presId="urn:microsoft.com/office/officeart/2005/8/layout/orgChart1"/>
    <dgm:cxn modelId="{C9518BD5-D711-4DCB-817F-B1A2CB636F31}" type="presParOf" srcId="{8044A2E8-EC1F-4752-A89F-5E34189EDC92}" destId="{E2273D99-C55E-42B7-ACC9-2497FB6493EF}" srcOrd="1" destOrd="0" presId="urn:microsoft.com/office/officeart/2005/8/layout/orgChart1"/>
    <dgm:cxn modelId="{ABC27649-9E3B-4E63-8437-247311061D34}" type="presParOf" srcId="{75EDCE27-C4E0-46E8-AFCE-72A5932B6042}" destId="{40151989-E7CE-44E8-B101-2A46AA0F5F60}" srcOrd="1" destOrd="0" presId="urn:microsoft.com/office/officeart/2005/8/layout/orgChart1"/>
    <dgm:cxn modelId="{FC712EB4-1A4E-4723-9F56-2F12898D31B9}" type="presParOf" srcId="{75EDCE27-C4E0-46E8-AFCE-72A5932B6042}" destId="{7A51527E-8898-4535-AC7B-446BABBF2A16}" srcOrd="2" destOrd="0" presId="urn:microsoft.com/office/officeart/2005/8/layout/orgChart1"/>
    <dgm:cxn modelId="{550D4F11-AB43-4CE0-A5EE-BE9D748ED096}" type="presParOf" srcId="{95E7B14B-2DE9-4234-9718-6BD70714D916}" destId="{247FAFFD-D63B-4D00-9E94-6BED2F7D2A93}" srcOrd="4" destOrd="0" presId="urn:microsoft.com/office/officeart/2005/8/layout/orgChart1"/>
    <dgm:cxn modelId="{2C906FE6-102B-4A88-9AC9-ED8638CB8FE3}" type="presParOf" srcId="{95E7B14B-2DE9-4234-9718-6BD70714D916}" destId="{E5926BAA-C636-41A5-914C-419597275EC1}" srcOrd="5" destOrd="0" presId="urn:microsoft.com/office/officeart/2005/8/layout/orgChart1"/>
    <dgm:cxn modelId="{9A593EB4-9807-4534-A67E-59429BECC3D8}" type="presParOf" srcId="{E5926BAA-C636-41A5-914C-419597275EC1}" destId="{956B3B73-F9AE-4F9B-8633-31981CE444E9}" srcOrd="0" destOrd="0" presId="urn:microsoft.com/office/officeart/2005/8/layout/orgChart1"/>
    <dgm:cxn modelId="{AFD7C947-07D2-4D5A-BFB1-4ADF0A82373C}" type="presParOf" srcId="{956B3B73-F9AE-4F9B-8633-31981CE444E9}" destId="{8DC63504-3DCC-47F1-85A4-6018EDC93E6D}" srcOrd="0" destOrd="0" presId="urn:microsoft.com/office/officeart/2005/8/layout/orgChart1"/>
    <dgm:cxn modelId="{7A289856-C89A-4695-91F2-650A1DE814E8}" type="presParOf" srcId="{956B3B73-F9AE-4F9B-8633-31981CE444E9}" destId="{75AF7122-882C-4A6B-AD8C-BD324FA3D535}" srcOrd="1" destOrd="0" presId="urn:microsoft.com/office/officeart/2005/8/layout/orgChart1"/>
    <dgm:cxn modelId="{848D7606-A67D-4EED-85D7-68E0AF47AE1B}" type="presParOf" srcId="{E5926BAA-C636-41A5-914C-419597275EC1}" destId="{A11800F9-0226-4538-9413-45A7DEA813CB}" srcOrd="1" destOrd="0" presId="urn:microsoft.com/office/officeart/2005/8/layout/orgChart1"/>
    <dgm:cxn modelId="{F3541C4D-6A32-4BAA-80C1-E3E9C94E9F21}" type="presParOf" srcId="{E5926BAA-C636-41A5-914C-419597275EC1}" destId="{EF5C6335-6144-47FF-8CE8-C1E553F35B43}" srcOrd="2" destOrd="0" presId="urn:microsoft.com/office/officeart/2005/8/layout/orgChart1"/>
    <dgm:cxn modelId="{7593C735-CBDD-4475-AFCB-E7A5E1E3BC4F}" type="presParOf" srcId="{2EBA0173-F92F-4790-B9E9-8A2DF15B3A63}" destId="{E70D7EEE-3F16-4379-920E-D555B3CEE648}" srcOrd="2" destOrd="0" presId="urn:microsoft.com/office/officeart/2005/8/layout/orgChart1"/>
    <dgm:cxn modelId="{2BBC0DE3-A45A-4B9F-BAB4-E3F47188D411}" type="presParOf" srcId="{B1B2FB4C-6F5C-4510-AF0F-481473C74456}" destId="{7CF1299D-456F-41F1-8CF3-C438B4F4D703}" srcOrd="2" destOrd="0" presId="urn:microsoft.com/office/officeart/2005/8/layout/orgChart1"/>
    <dgm:cxn modelId="{38BF4C29-7D62-45CD-AC28-CF476C324BE7}" type="presParOf" srcId="{F57A469D-BE66-42A1-A2D9-0AD8D0991D1F}" destId="{316CA5C2-DA39-439D-A2FE-4EE056E527E5}" srcOrd="8" destOrd="0" presId="urn:microsoft.com/office/officeart/2005/8/layout/orgChart1"/>
    <dgm:cxn modelId="{A5E212FD-4254-4A0D-A223-45F3C46E5347}" type="presParOf" srcId="{F57A469D-BE66-42A1-A2D9-0AD8D0991D1F}" destId="{7F246DA3-68A7-4772-A859-92D6844F61DF}" srcOrd="9" destOrd="0" presId="urn:microsoft.com/office/officeart/2005/8/layout/orgChart1"/>
    <dgm:cxn modelId="{17235583-BF8F-432A-9B01-AE25F24AB226}" type="presParOf" srcId="{7F246DA3-68A7-4772-A859-92D6844F61DF}" destId="{689A9D31-537A-4261-94DC-243768A06FF7}" srcOrd="0" destOrd="0" presId="urn:microsoft.com/office/officeart/2005/8/layout/orgChart1"/>
    <dgm:cxn modelId="{11963D1A-19F5-4DE7-9AC5-0B4F2A2726AC}" type="presParOf" srcId="{689A9D31-537A-4261-94DC-243768A06FF7}" destId="{5B89589A-3326-4A05-96A8-E988578C54CD}" srcOrd="0" destOrd="0" presId="urn:microsoft.com/office/officeart/2005/8/layout/orgChart1"/>
    <dgm:cxn modelId="{FDFFECE4-7334-4AB7-AB2A-17202AC7B063}" type="presParOf" srcId="{689A9D31-537A-4261-94DC-243768A06FF7}" destId="{C5575CEB-FEF3-49F9-BF2E-64BA75EFE9B7}" srcOrd="1" destOrd="0" presId="urn:microsoft.com/office/officeart/2005/8/layout/orgChart1"/>
    <dgm:cxn modelId="{A6367E0E-27E0-4A09-B78C-0EA481A49CB3}" type="presParOf" srcId="{7F246DA3-68A7-4772-A859-92D6844F61DF}" destId="{E7C6AD54-8EF1-4BEC-960D-8F0A7B682D9B}" srcOrd="1" destOrd="0" presId="urn:microsoft.com/office/officeart/2005/8/layout/orgChart1"/>
    <dgm:cxn modelId="{2717A32A-9E96-4C6C-8827-1AE113C9CB08}" type="presParOf" srcId="{E7C6AD54-8EF1-4BEC-960D-8F0A7B682D9B}" destId="{C0F301FA-D51E-4F0F-A6E6-417BAE580B84}" srcOrd="0" destOrd="0" presId="urn:microsoft.com/office/officeart/2005/8/layout/orgChart1"/>
    <dgm:cxn modelId="{FB8DB4D9-563A-462C-B5D3-D53EBD6CCDA5}" type="presParOf" srcId="{E7C6AD54-8EF1-4BEC-960D-8F0A7B682D9B}" destId="{3DFC78A7-434D-489C-ACDF-242E32E53F0B}" srcOrd="1" destOrd="0" presId="urn:microsoft.com/office/officeart/2005/8/layout/orgChart1"/>
    <dgm:cxn modelId="{4963822F-88C9-4FD9-9168-F0DF03AB8111}" type="presParOf" srcId="{3DFC78A7-434D-489C-ACDF-242E32E53F0B}" destId="{C3409C49-F4E1-4FF2-961B-F7C4D43F9F7F}" srcOrd="0" destOrd="0" presId="urn:microsoft.com/office/officeart/2005/8/layout/orgChart1"/>
    <dgm:cxn modelId="{BE985630-48B5-409B-894E-4C8D09DFC4DD}" type="presParOf" srcId="{C3409C49-F4E1-4FF2-961B-F7C4D43F9F7F}" destId="{CF57802C-59F1-40A6-B4B6-0CB3CC2793E5}" srcOrd="0" destOrd="0" presId="urn:microsoft.com/office/officeart/2005/8/layout/orgChart1"/>
    <dgm:cxn modelId="{080E1462-3D60-4819-B8B8-2B45ADF25AE1}" type="presParOf" srcId="{C3409C49-F4E1-4FF2-961B-F7C4D43F9F7F}" destId="{966738BB-285A-4BA8-85DB-F36052B90B79}" srcOrd="1" destOrd="0" presId="urn:microsoft.com/office/officeart/2005/8/layout/orgChart1"/>
    <dgm:cxn modelId="{4F7B3C5B-914E-404D-AC86-41882745494D}" type="presParOf" srcId="{3DFC78A7-434D-489C-ACDF-242E32E53F0B}" destId="{E25D6C2B-847E-41F5-9B91-A06DFF5DA568}" srcOrd="1" destOrd="0" presId="urn:microsoft.com/office/officeart/2005/8/layout/orgChart1"/>
    <dgm:cxn modelId="{B2FD8423-7F7C-439E-A8BC-ECFBA1B51477}" type="presParOf" srcId="{3DFC78A7-434D-489C-ACDF-242E32E53F0B}" destId="{3AC616B6-C62C-4BD9-B701-E4CF0D544F64}" srcOrd="2" destOrd="0" presId="urn:microsoft.com/office/officeart/2005/8/layout/orgChart1"/>
    <dgm:cxn modelId="{231062C1-9FBE-4A1A-A132-BBD6627CD50A}" type="presParOf" srcId="{E7C6AD54-8EF1-4BEC-960D-8F0A7B682D9B}" destId="{7D326A84-C512-4430-AB03-87B3C3C90242}" srcOrd="2" destOrd="0" presId="urn:microsoft.com/office/officeart/2005/8/layout/orgChart1"/>
    <dgm:cxn modelId="{727641B7-EFB7-4A45-8041-B5ED2BAAB741}" type="presParOf" srcId="{E7C6AD54-8EF1-4BEC-960D-8F0A7B682D9B}" destId="{009B35FD-E616-4A53-86C7-3F9C67E3D3A4}" srcOrd="3" destOrd="0" presId="urn:microsoft.com/office/officeart/2005/8/layout/orgChart1"/>
    <dgm:cxn modelId="{4D591E40-A6E4-4A39-8F30-AD00B27101BA}" type="presParOf" srcId="{009B35FD-E616-4A53-86C7-3F9C67E3D3A4}" destId="{33ADBAD4-1B31-4B6C-9910-AAEAC168E9F6}" srcOrd="0" destOrd="0" presId="urn:microsoft.com/office/officeart/2005/8/layout/orgChart1"/>
    <dgm:cxn modelId="{C75B3833-7F77-45BA-8A4B-E45C28476570}" type="presParOf" srcId="{33ADBAD4-1B31-4B6C-9910-AAEAC168E9F6}" destId="{48A1B140-0C3E-40BB-8595-31A7616A33F8}" srcOrd="0" destOrd="0" presId="urn:microsoft.com/office/officeart/2005/8/layout/orgChart1"/>
    <dgm:cxn modelId="{A1BE5093-7406-47CA-8578-FB19726192AD}" type="presParOf" srcId="{33ADBAD4-1B31-4B6C-9910-AAEAC168E9F6}" destId="{43DFB873-5A41-4E70-A786-4413553B86D5}" srcOrd="1" destOrd="0" presId="urn:microsoft.com/office/officeart/2005/8/layout/orgChart1"/>
    <dgm:cxn modelId="{7AE96BFC-4DE7-45CF-AB17-8CABB65BD65A}" type="presParOf" srcId="{009B35FD-E616-4A53-86C7-3F9C67E3D3A4}" destId="{87B39BF0-10BE-4BA4-BA1E-ECCA85CEB55A}" srcOrd="1" destOrd="0" presId="urn:microsoft.com/office/officeart/2005/8/layout/orgChart1"/>
    <dgm:cxn modelId="{C10067C0-ED44-487C-89E1-CCAC9D8CC443}" type="presParOf" srcId="{009B35FD-E616-4A53-86C7-3F9C67E3D3A4}" destId="{35748EE7-6984-466A-B2BE-B60D5B4EFF97}" srcOrd="2" destOrd="0" presId="urn:microsoft.com/office/officeart/2005/8/layout/orgChart1"/>
    <dgm:cxn modelId="{69B92DE3-840E-4EB3-8DAC-20CBE9545545}" type="presParOf" srcId="{E7C6AD54-8EF1-4BEC-960D-8F0A7B682D9B}" destId="{E26E94DE-8D43-44EF-B715-B424C283F2A2}" srcOrd="4" destOrd="0" presId="urn:microsoft.com/office/officeart/2005/8/layout/orgChart1"/>
    <dgm:cxn modelId="{54FF6B1F-5A05-4956-A483-0F410572F114}" type="presParOf" srcId="{E7C6AD54-8EF1-4BEC-960D-8F0A7B682D9B}" destId="{18B63B91-B4E6-438B-BB7C-EB9CD7C5D575}" srcOrd="5" destOrd="0" presId="urn:microsoft.com/office/officeart/2005/8/layout/orgChart1"/>
    <dgm:cxn modelId="{A63241BF-4AFD-4CE3-91E6-B2C0144A9C87}" type="presParOf" srcId="{18B63B91-B4E6-438B-BB7C-EB9CD7C5D575}" destId="{B89C8235-C7BB-4E5E-AC74-83D4157FFCC9}" srcOrd="0" destOrd="0" presId="urn:microsoft.com/office/officeart/2005/8/layout/orgChart1"/>
    <dgm:cxn modelId="{9344E865-326F-4751-AFB8-7820861A21A3}" type="presParOf" srcId="{B89C8235-C7BB-4E5E-AC74-83D4157FFCC9}" destId="{3B139BE8-806F-401F-9BCD-350001627645}" srcOrd="0" destOrd="0" presId="urn:microsoft.com/office/officeart/2005/8/layout/orgChart1"/>
    <dgm:cxn modelId="{F1C8D58A-D96B-438D-BC75-C6897E6056D5}" type="presParOf" srcId="{B89C8235-C7BB-4E5E-AC74-83D4157FFCC9}" destId="{F6A6A8F8-C6CB-4C3D-BFE6-D329ACD5D967}" srcOrd="1" destOrd="0" presId="urn:microsoft.com/office/officeart/2005/8/layout/orgChart1"/>
    <dgm:cxn modelId="{781EF45F-B5EE-490A-A212-ACC1E41C1E7D}" type="presParOf" srcId="{18B63B91-B4E6-438B-BB7C-EB9CD7C5D575}" destId="{7684CCDC-7F3C-42D5-855F-4DACCE116448}" srcOrd="1" destOrd="0" presId="urn:microsoft.com/office/officeart/2005/8/layout/orgChart1"/>
    <dgm:cxn modelId="{AB53242B-78A0-45AD-9E6E-EF49567DAA09}" type="presParOf" srcId="{18B63B91-B4E6-438B-BB7C-EB9CD7C5D575}" destId="{445F007F-A9AA-4EB5-B338-D51BE9A82D79}" srcOrd="2" destOrd="0" presId="urn:microsoft.com/office/officeart/2005/8/layout/orgChart1"/>
    <dgm:cxn modelId="{6309296F-6476-4AF5-A333-8DA80FFEBFE1}" type="presParOf" srcId="{7F246DA3-68A7-4772-A859-92D6844F61DF}" destId="{0889FBDF-A8F9-4368-9617-57AD08611612}" srcOrd="2" destOrd="0" presId="urn:microsoft.com/office/officeart/2005/8/layout/orgChart1"/>
    <dgm:cxn modelId="{EFF6E8C4-A97E-409F-B85A-14CA5F2EF848}" type="presParOf" srcId="{F57A469D-BE66-42A1-A2D9-0AD8D0991D1F}" destId="{774C2E4B-2A4E-490D-82DF-5DE7D0896CCC}" srcOrd="10" destOrd="0" presId="urn:microsoft.com/office/officeart/2005/8/layout/orgChart1"/>
    <dgm:cxn modelId="{CF3CA3AA-8C16-4EB1-9874-126E2EBAA499}" type="presParOf" srcId="{F57A469D-BE66-42A1-A2D9-0AD8D0991D1F}" destId="{BC0F9460-ACB5-49DE-AF4A-E3AC0B5392AA}" srcOrd="11" destOrd="0" presId="urn:microsoft.com/office/officeart/2005/8/layout/orgChart1"/>
    <dgm:cxn modelId="{F6D2282E-D3A7-41FD-96E9-1BE49FF9279A}" type="presParOf" srcId="{BC0F9460-ACB5-49DE-AF4A-E3AC0B5392AA}" destId="{EA3BA213-3FDB-43B8-ABAA-F3B8C0547AE9}" srcOrd="0" destOrd="0" presId="urn:microsoft.com/office/officeart/2005/8/layout/orgChart1"/>
    <dgm:cxn modelId="{73B4D725-8588-4ED9-8BBB-115CD06F71A4}" type="presParOf" srcId="{EA3BA213-3FDB-43B8-ABAA-F3B8C0547AE9}" destId="{1AAD1F5D-08FC-41BF-A080-284A0BE069FE}" srcOrd="0" destOrd="0" presId="urn:microsoft.com/office/officeart/2005/8/layout/orgChart1"/>
    <dgm:cxn modelId="{90B00A6B-31E3-467A-BDA4-4C82E243BE61}" type="presParOf" srcId="{EA3BA213-3FDB-43B8-ABAA-F3B8C0547AE9}" destId="{6D1853D0-EDA2-46E7-AC77-334F6F341BD5}" srcOrd="1" destOrd="0" presId="urn:microsoft.com/office/officeart/2005/8/layout/orgChart1"/>
    <dgm:cxn modelId="{CCEF34F3-BAE2-41CC-AF77-69767F265B1A}" type="presParOf" srcId="{BC0F9460-ACB5-49DE-AF4A-E3AC0B5392AA}" destId="{7F8463F7-0AE1-47F4-96D1-2B2FF82BDAA4}" srcOrd="1" destOrd="0" presId="urn:microsoft.com/office/officeart/2005/8/layout/orgChart1"/>
    <dgm:cxn modelId="{BF3DC9D7-0CA9-4847-BEB9-EF26C071B1A0}" type="presParOf" srcId="{7F8463F7-0AE1-47F4-96D1-2B2FF82BDAA4}" destId="{4A3A4162-F12F-4B7E-A490-7D0AC040B577}" srcOrd="0" destOrd="0" presId="urn:microsoft.com/office/officeart/2005/8/layout/orgChart1"/>
    <dgm:cxn modelId="{8FC37B72-699E-4C37-ABD4-87572EB71D41}" type="presParOf" srcId="{7F8463F7-0AE1-47F4-96D1-2B2FF82BDAA4}" destId="{222AA1D7-0542-4DBA-A978-17853F5954B6}" srcOrd="1" destOrd="0" presId="urn:microsoft.com/office/officeart/2005/8/layout/orgChart1"/>
    <dgm:cxn modelId="{5A2F3FE2-5C48-4034-B7BE-124321DDBBDF}" type="presParOf" srcId="{222AA1D7-0542-4DBA-A978-17853F5954B6}" destId="{ABC9A432-A3F7-44A8-82A1-D00025B58DCC}" srcOrd="0" destOrd="0" presId="urn:microsoft.com/office/officeart/2005/8/layout/orgChart1"/>
    <dgm:cxn modelId="{F8091689-D1D2-469A-A0FD-0AB1D0228C83}" type="presParOf" srcId="{ABC9A432-A3F7-44A8-82A1-D00025B58DCC}" destId="{0984D350-2D03-4440-955B-E5F9E2495FBD}" srcOrd="0" destOrd="0" presId="urn:microsoft.com/office/officeart/2005/8/layout/orgChart1"/>
    <dgm:cxn modelId="{C2E7E17E-4BA5-4951-BF47-17D00A278C59}" type="presParOf" srcId="{ABC9A432-A3F7-44A8-82A1-D00025B58DCC}" destId="{8E0DAF6D-B6FE-4E42-A822-AC9C0103E65F}" srcOrd="1" destOrd="0" presId="urn:microsoft.com/office/officeart/2005/8/layout/orgChart1"/>
    <dgm:cxn modelId="{8EE8BEB1-D262-471A-8FFD-70E2D54C9F28}" type="presParOf" srcId="{222AA1D7-0542-4DBA-A978-17853F5954B6}" destId="{6546476B-290A-42C9-BF39-7F41F10081E1}" srcOrd="1" destOrd="0" presId="urn:microsoft.com/office/officeart/2005/8/layout/orgChart1"/>
    <dgm:cxn modelId="{6DC2B0BB-2755-437D-B122-C082BB55478B}" type="presParOf" srcId="{222AA1D7-0542-4DBA-A978-17853F5954B6}" destId="{850D5271-11BD-4AA8-AEB5-DBEC6829D1AF}" srcOrd="2" destOrd="0" presId="urn:microsoft.com/office/officeart/2005/8/layout/orgChart1"/>
    <dgm:cxn modelId="{36E0731F-B206-4A84-9089-CAF5B5FD6CE9}" type="presParOf" srcId="{7F8463F7-0AE1-47F4-96D1-2B2FF82BDAA4}" destId="{BA9B732B-AED2-4516-8851-9E5FF72C72DA}" srcOrd="2" destOrd="0" presId="urn:microsoft.com/office/officeart/2005/8/layout/orgChart1"/>
    <dgm:cxn modelId="{B69E1395-740F-47D4-BAA3-E34AEF0BFD87}" type="presParOf" srcId="{7F8463F7-0AE1-47F4-96D1-2B2FF82BDAA4}" destId="{DD66D3D3-2F03-4BE7-9A74-6F57C0120210}" srcOrd="3" destOrd="0" presId="urn:microsoft.com/office/officeart/2005/8/layout/orgChart1"/>
    <dgm:cxn modelId="{A3B0A89A-FDE1-46B9-B317-275FA29C9CC1}" type="presParOf" srcId="{DD66D3D3-2F03-4BE7-9A74-6F57C0120210}" destId="{8F14C0AE-9302-4D79-8E4F-4FA9CB5782F6}" srcOrd="0" destOrd="0" presId="urn:microsoft.com/office/officeart/2005/8/layout/orgChart1"/>
    <dgm:cxn modelId="{3662A113-182C-49FA-B98C-80F2AF4F9262}" type="presParOf" srcId="{8F14C0AE-9302-4D79-8E4F-4FA9CB5782F6}" destId="{B0DCDBF4-9746-4DB3-A2A9-6C1FBA1659FF}" srcOrd="0" destOrd="0" presId="urn:microsoft.com/office/officeart/2005/8/layout/orgChart1"/>
    <dgm:cxn modelId="{C0C53CF1-C177-41CF-89A0-6C2FDCB1E2CC}" type="presParOf" srcId="{8F14C0AE-9302-4D79-8E4F-4FA9CB5782F6}" destId="{93EE260C-323E-4F63-8F0C-4903F826474B}" srcOrd="1" destOrd="0" presId="urn:microsoft.com/office/officeart/2005/8/layout/orgChart1"/>
    <dgm:cxn modelId="{10ABA0C7-9427-4341-8384-918C84AF65B6}" type="presParOf" srcId="{DD66D3D3-2F03-4BE7-9A74-6F57C0120210}" destId="{39248584-7CA7-476F-8C64-400031F18B91}" srcOrd="1" destOrd="0" presId="urn:microsoft.com/office/officeart/2005/8/layout/orgChart1"/>
    <dgm:cxn modelId="{DECF84CC-69E9-47A1-BF40-60985818E7F1}" type="presParOf" srcId="{DD66D3D3-2F03-4BE7-9A74-6F57C0120210}" destId="{55B2DC71-BCD7-420F-82F6-340C9ACDBE4D}" srcOrd="2" destOrd="0" presId="urn:microsoft.com/office/officeart/2005/8/layout/orgChart1"/>
    <dgm:cxn modelId="{5BBA894A-75AB-47A5-927C-273044A2A117}" type="presParOf" srcId="{BC0F9460-ACB5-49DE-AF4A-E3AC0B5392AA}" destId="{F0498730-65D2-4B32-BEA7-0BCF75F80D9A}" srcOrd="2" destOrd="0" presId="urn:microsoft.com/office/officeart/2005/8/layout/orgChart1"/>
    <dgm:cxn modelId="{2D156E75-745C-4656-A112-9E466F9FF667}" type="presParOf" srcId="{F57A469D-BE66-42A1-A2D9-0AD8D0991D1F}" destId="{8A47608E-41A5-401D-8E12-39B41ED91C56}" srcOrd="12" destOrd="0" presId="urn:microsoft.com/office/officeart/2005/8/layout/orgChart1"/>
    <dgm:cxn modelId="{4D679B76-CEDF-451F-86A5-3FFB2B2BCF91}" type="presParOf" srcId="{F57A469D-BE66-42A1-A2D9-0AD8D0991D1F}" destId="{DFB8D5D4-BFEC-4DCF-8FF4-60AD5B928DD0}" srcOrd="13" destOrd="0" presId="urn:microsoft.com/office/officeart/2005/8/layout/orgChart1"/>
    <dgm:cxn modelId="{AD583460-A8C5-47D8-9D41-538CCD1F69E6}" type="presParOf" srcId="{DFB8D5D4-BFEC-4DCF-8FF4-60AD5B928DD0}" destId="{C79AFE29-F1D6-4540-A81E-BA19371EADBD}" srcOrd="0" destOrd="0" presId="urn:microsoft.com/office/officeart/2005/8/layout/orgChart1"/>
    <dgm:cxn modelId="{6EC07D13-DB81-4DB5-9D24-19D1A24A17D5}" type="presParOf" srcId="{C79AFE29-F1D6-4540-A81E-BA19371EADBD}" destId="{92E2AED4-5AA8-4B72-9B43-63FE41B40327}" srcOrd="0" destOrd="0" presId="urn:microsoft.com/office/officeart/2005/8/layout/orgChart1"/>
    <dgm:cxn modelId="{6EB9B470-B1F9-4BDE-AFAF-FE3BDE292F59}" type="presParOf" srcId="{C79AFE29-F1D6-4540-A81E-BA19371EADBD}" destId="{7C89CB58-54C6-4D69-975D-2AB4C065AE63}" srcOrd="1" destOrd="0" presId="urn:microsoft.com/office/officeart/2005/8/layout/orgChart1"/>
    <dgm:cxn modelId="{BF33298C-2027-46E8-971D-3A0D95D4A78E}" type="presParOf" srcId="{DFB8D5D4-BFEC-4DCF-8FF4-60AD5B928DD0}" destId="{B0A624F8-01B9-40E0-8173-9CB37322529E}" srcOrd="1" destOrd="0" presId="urn:microsoft.com/office/officeart/2005/8/layout/orgChart1"/>
    <dgm:cxn modelId="{2392B4FB-9C38-4768-B6DA-2381B735B08D}" type="presParOf" srcId="{B0A624F8-01B9-40E0-8173-9CB37322529E}" destId="{57F3CC15-7EED-4D97-A178-B49132F3D1B2}" srcOrd="0" destOrd="0" presId="urn:microsoft.com/office/officeart/2005/8/layout/orgChart1"/>
    <dgm:cxn modelId="{CF82AF5D-022D-4C42-9C4C-2E6E63FDECF8}" type="presParOf" srcId="{B0A624F8-01B9-40E0-8173-9CB37322529E}" destId="{166B677C-E1DB-4A63-ABC5-09469D8F66AB}" srcOrd="1" destOrd="0" presId="urn:microsoft.com/office/officeart/2005/8/layout/orgChart1"/>
    <dgm:cxn modelId="{CE44AD76-95A0-4717-9354-C844852D43D6}" type="presParOf" srcId="{166B677C-E1DB-4A63-ABC5-09469D8F66AB}" destId="{8F5AD7EB-C908-46DD-80D9-589CF782A371}" srcOrd="0" destOrd="0" presId="urn:microsoft.com/office/officeart/2005/8/layout/orgChart1"/>
    <dgm:cxn modelId="{281D6760-1ABB-427E-AF1C-3996F8EFCED2}" type="presParOf" srcId="{8F5AD7EB-C908-46DD-80D9-589CF782A371}" destId="{34A17C56-E589-487E-9F18-3738776D47E5}" srcOrd="0" destOrd="0" presId="urn:microsoft.com/office/officeart/2005/8/layout/orgChart1"/>
    <dgm:cxn modelId="{789C0A15-FBD8-49D1-8EE1-277F709CD29F}" type="presParOf" srcId="{8F5AD7EB-C908-46DD-80D9-589CF782A371}" destId="{539B9E81-C025-48EB-A72F-DD63119CE1FA}" srcOrd="1" destOrd="0" presId="urn:microsoft.com/office/officeart/2005/8/layout/orgChart1"/>
    <dgm:cxn modelId="{9F70D1B1-FCEC-4164-A076-870B4F2300AC}" type="presParOf" srcId="{166B677C-E1DB-4A63-ABC5-09469D8F66AB}" destId="{936813FC-564D-4B14-BFD4-43F0DA2CDCE1}" srcOrd="1" destOrd="0" presId="urn:microsoft.com/office/officeart/2005/8/layout/orgChart1"/>
    <dgm:cxn modelId="{60EFEA3C-338D-4C05-8EAC-9DD7F2EBF0CD}" type="presParOf" srcId="{166B677C-E1DB-4A63-ABC5-09469D8F66AB}" destId="{FD2B251A-9FAB-4A9C-BBA0-6D9E020D08C7}" srcOrd="2" destOrd="0" presId="urn:microsoft.com/office/officeart/2005/8/layout/orgChart1"/>
    <dgm:cxn modelId="{24F142FA-6F90-4A9B-A416-0D8D05D06B4E}" type="presParOf" srcId="{B0A624F8-01B9-40E0-8173-9CB37322529E}" destId="{E50D8674-869A-4749-B531-0832197CBAA6}" srcOrd="2" destOrd="0" presId="urn:microsoft.com/office/officeart/2005/8/layout/orgChart1"/>
    <dgm:cxn modelId="{ED03CADE-9788-4521-A55D-F8DEC214B9AD}" type="presParOf" srcId="{B0A624F8-01B9-40E0-8173-9CB37322529E}" destId="{510F99D6-89AF-4AB5-BD6F-BE87D5A59F41}" srcOrd="3" destOrd="0" presId="urn:microsoft.com/office/officeart/2005/8/layout/orgChart1"/>
    <dgm:cxn modelId="{4649AFDE-997D-4219-BBAB-2BB2007FCB01}" type="presParOf" srcId="{510F99D6-89AF-4AB5-BD6F-BE87D5A59F41}" destId="{49E119E1-82E7-4DFB-965C-843B78D2C802}" srcOrd="0" destOrd="0" presId="urn:microsoft.com/office/officeart/2005/8/layout/orgChart1"/>
    <dgm:cxn modelId="{B0896EDD-A476-478E-925F-09C186353198}" type="presParOf" srcId="{49E119E1-82E7-4DFB-965C-843B78D2C802}" destId="{A7FD07B5-DCB4-4BF5-86C7-36E25564C086}" srcOrd="0" destOrd="0" presId="urn:microsoft.com/office/officeart/2005/8/layout/orgChart1"/>
    <dgm:cxn modelId="{EA1E51DF-AAEC-4C01-A439-679864FA8BD3}" type="presParOf" srcId="{49E119E1-82E7-4DFB-965C-843B78D2C802}" destId="{62940B93-B688-4BD3-9D68-0F526644ACA1}" srcOrd="1" destOrd="0" presId="urn:microsoft.com/office/officeart/2005/8/layout/orgChart1"/>
    <dgm:cxn modelId="{E0AB994F-D64E-4012-844B-2F7F2894ED3B}" type="presParOf" srcId="{510F99D6-89AF-4AB5-BD6F-BE87D5A59F41}" destId="{CFA93F0A-F7F7-48E2-BF05-C28C2E830C0B}" srcOrd="1" destOrd="0" presId="urn:microsoft.com/office/officeart/2005/8/layout/orgChart1"/>
    <dgm:cxn modelId="{08AA3DE0-448A-4305-9A73-47928FD62E8A}" type="presParOf" srcId="{510F99D6-89AF-4AB5-BD6F-BE87D5A59F41}" destId="{8343CEBE-9D1F-4A79-BE39-99662E755083}" srcOrd="2" destOrd="0" presId="urn:microsoft.com/office/officeart/2005/8/layout/orgChart1"/>
    <dgm:cxn modelId="{6949FC37-0B42-486D-A7EC-DD9137A45913}" type="presParOf" srcId="{B0A624F8-01B9-40E0-8173-9CB37322529E}" destId="{9A78B7BB-2494-4C68-B8CA-8851D789214D}" srcOrd="4" destOrd="0" presId="urn:microsoft.com/office/officeart/2005/8/layout/orgChart1"/>
    <dgm:cxn modelId="{09B54250-3D0A-4A50-9463-7EC6A660D002}" type="presParOf" srcId="{B0A624F8-01B9-40E0-8173-9CB37322529E}" destId="{3F25D314-2F7B-4961-A33E-65B906F7EBC6}" srcOrd="5" destOrd="0" presId="urn:microsoft.com/office/officeart/2005/8/layout/orgChart1"/>
    <dgm:cxn modelId="{6D77C301-EDA2-49BB-A409-AD6A655C2988}" type="presParOf" srcId="{3F25D314-2F7B-4961-A33E-65B906F7EBC6}" destId="{0C50C2E5-6ED7-4CCE-8376-CF25A06137B8}" srcOrd="0" destOrd="0" presId="urn:microsoft.com/office/officeart/2005/8/layout/orgChart1"/>
    <dgm:cxn modelId="{D05401C7-F2FA-4C57-8B27-AF9C7353AB7D}" type="presParOf" srcId="{0C50C2E5-6ED7-4CCE-8376-CF25A06137B8}" destId="{D621CFE9-9F88-4ACC-AAAD-F3C9B68F03F2}" srcOrd="0" destOrd="0" presId="urn:microsoft.com/office/officeart/2005/8/layout/orgChart1"/>
    <dgm:cxn modelId="{16E3B74F-F746-48B6-8B60-5857AB68F6E7}" type="presParOf" srcId="{0C50C2E5-6ED7-4CCE-8376-CF25A06137B8}" destId="{AE8594D3-648A-4EE7-8AFF-9AE6395B0C6D}" srcOrd="1" destOrd="0" presId="urn:microsoft.com/office/officeart/2005/8/layout/orgChart1"/>
    <dgm:cxn modelId="{FAC3C13E-EAF6-4E0C-A6DD-600AB687550B}" type="presParOf" srcId="{3F25D314-2F7B-4961-A33E-65B906F7EBC6}" destId="{D39B8B69-D164-4BB6-A0A2-86445662FD5F}" srcOrd="1" destOrd="0" presId="urn:microsoft.com/office/officeart/2005/8/layout/orgChart1"/>
    <dgm:cxn modelId="{7A75FEEB-EA17-4296-9587-D2C6318BBC16}" type="presParOf" srcId="{3F25D314-2F7B-4961-A33E-65B906F7EBC6}" destId="{265304C6-D17D-46BB-87FB-EBE025CCE475}" srcOrd="2" destOrd="0" presId="urn:microsoft.com/office/officeart/2005/8/layout/orgChart1"/>
    <dgm:cxn modelId="{D0972F98-212D-4E58-AFA0-328161A09336}" type="presParOf" srcId="{B0A624F8-01B9-40E0-8173-9CB37322529E}" destId="{2EA92358-20B2-4438-BE5D-B5278762AE22}" srcOrd="6" destOrd="0" presId="urn:microsoft.com/office/officeart/2005/8/layout/orgChart1"/>
    <dgm:cxn modelId="{BFDD41A0-E21A-4FC7-835B-37252D29E3E4}" type="presParOf" srcId="{B0A624F8-01B9-40E0-8173-9CB37322529E}" destId="{8180519A-CD2C-4CB9-BF04-4B8D535B9AA4}" srcOrd="7" destOrd="0" presId="urn:microsoft.com/office/officeart/2005/8/layout/orgChart1"/>
    <dgm:cxn modelId="{F397A615-EC86-4013-891A-AF1219B82E4C}" type="presParOf" srcId="{8180519A-CD2C-4CB9-BF04-4B8D535B9AA4}" destId="{6FC585ED-21BB-493C-9937-31F8DE4275C1}" srcOrd="0" destOrd="0" presId="urn:microsoft.com/office/officeart/2005/8/layout/orgChart1"/>
    <dgm:cxn modelId="{088CD994-F334-4B4C-AF51-7D9079C8A0F0}" type="presParOf" srcId="{6FC585ED-21BB-493C-9937-31F8DE4275C1}" destId="{2BD8E82C-D1A1-446D-A45C-915393C76574}" srcOrd="0" destOrd="0" presId="urn:microsoft.com/office/officeart/2005/8/layout/orgChart1"/>
    <dgm:cxn modelId="{11C3375F-80FD-46A5-9A4A-4F353BE7B379}" type="presParOf" srcId="{6FC585ED-21BB-493C-9937-31F8DE4275C1}" destId="{8BA53FC6-CDD1-483C-B1D2-5EEE0175895B}" srcOrd="1" destOrd="0" presId="urn:microsoft.com/office/officeart/2005/8/layout/orgChart1"/>
    <dgm:cxn modelId="{A64E694C-ECD3-4218-B923-60D33B3BAD85}" type="presParOf" srcId="{8180519A-CD2C-4CB9-BF04-4B8D535B9AA4}" destId="{F78DCD0E-C300-4962-BDCD-06146D7E1E9D}" srcOrd="1" destOrd="0" presId="urn:microsoft.com/office/officeart/2005/8/layout/orgChart1"/>
    <dgm:cxn modelId="{93EE7F48-4B01-40E0-AC22-7A64C30E41EC}" type="presParOf" srcId="{8180519A-CD2C-4CB9-BF04-4B8D535B9AA4}" destId="{E89BBACD-9CDA-4B7F-8BB8-33A88FE1C2F5}" srcOrd="2" destOrd="0" presId="urn:microsoft.com/office/officeart/2005/8/layout/orgChart1"/>
    <dgm:cxn modelId="{1C830B5B-8970-4F3C-A21A-93FE9DAAC207}" type="presParOf" srcId="{B0A624F8-01B9-40E0-8173-9CB37322529E}" destId="{C6F5DA4F-087F-4CE0-899A-A05BDDB7175D}" srcOrd="8" destOrd="0" presId="urn:microsoft.com/office/officeart/2005/8/layout/orgChart1"/>
    <dgm:cxn modelId="{B20D2083-3D2A-4307-AD4F-83CE48CDCF16}" type="presParOf" srcId="{B0A624F8-01B9-40E0-8173-9CB37322529E}" destId="{C7CEEFA7-1AF7-41B7-8EBA-FC865B511FF2}" srcOrd="9" destOrd="0" presId="urn:microsoft.com/office/officeart/2005/8/layout/orgChart1"/>
    <dgm:cxn modelId="{9690C214-52FB-4159-AACC-228AA5D62426}" type="presParOf" srcId="{C7CEEFA7-1AF7-41B7-8EBA-FC865B511FF2}" destId="{65335697-44E6-41FB-9163-EDBC3CEFFC65}" srcOrd="0" destOrd="0" presId="urn:microsoft.com/office/officeart/2005/8/layout/orgChart1"/>
    <dgm:cxn modelId="{3C1D5B81-9CB7-4349-AEEF-CB1EF4925B87}" type="presParOf" srcId="{65335697-44E6-41FB-9163-EDBC3CEFFC65}" destId="{0C6323C3-4DB1-476B-A5D4-57F66523431E}" srcOrd="0" destOrd="0" presId="urn:microsoft.com/office/officeart/2005/8/layout/orgChart1"/>
    <dgm:cxn modelId="{A7050A40-34EE-438E-A739-B47B418592B1}" type="presParOf" srcId="{65335697-44E6-41FB-9163-EDBC3CEFFC65}" destId="{DE0CD3D5-3EEA-408E-A808-176DC1548BF2}" srcOrd="1" destOrd="0" presId="urn:microsoft.com/office/officeart/2005/8/layout/orgChart1"/>
    <dgm:cxn modelId="{E400AED6-79EF-4B2D-BAEC-44484646C1F9}" type="presParOf" srcId="{C7CEEFA7-1AF7-41B7-8EBA-FC865B511FF2}" destId="{37869E46-7609-4F84-BEF5-6D0BB01022E0}" srcOrd="1" destOrd="0" presId="urn:microsoft.com/office/officeart/2005/8/layout/orgChart1"/>
    <dgm:cxn modelId="{45A05DCB-C88E-4689-A8E0-123234947599}" type="presParOf" srcId="{C7CEEFA7-1AF7-41B7-8EBA-FC865B511FF2}" destId="{FA8911D7-F82C-4C62-B63B-125B935A24E1}" srcOrd="2" destOrd="0" presId="urn:microsoft.com/office/officeart/2005/8/layout/orgChart1"/>
    <dgm:cxn modelId="{8091E3C1-30A7-4C4F-9927-45781927C977}" type="presParOf" srcId="{DFB8D5D4-BFEC-4DCF-8FF4-60AD5B928DD0}" destId="{585E53F8-5FE6-460F-8C8A-E958D2547756}" srcOrd="2" destOrd="0" presId="urn:microsoft.com/office/officeart/2005/8/layout/orgChart1"/>
    <dgm:cxn modelId="{21C853B9-256D-4FA3-87D8-5F20865760F9}" type="presParOf" srcId="{D0F6F724-BDE2-48D0-A27D-07ED66B78727}" destId="{073250DD-0F71-4DE6-B59A-F8CAEE6D051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F5DA4F-087F-4CE0-899A-A05BDDB7175D}">
      <dsp:nvSpPr>
        <dsp:cNvPr id="0" name=""/>
        <dsp:cNvSpPr/>
      </dsp:nvSpPr>
      <dsp:spPr>
        <a:xfrm>
          <a:off x="10552183" y="3031321"/>
          <a:ext cx="186613" cy="22812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81261"/>
              </a:lnTo>
              <a:lnTo>
                <a:pt x="186613" y="2281261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A92358-20B2-4438-BE5D-B5278762AE22}">
      <dsp:nvSpPr>
        <dsp:cNvPr id="0" name=""/>
        <dsp:cNvSpPr/>
      </dsp:nvSpPr>
      <dsp:spPr>
        <a:xfrm>
          <a:off x="10552183" y="3031321"/>
          <a:ext cx="186613" cy="17904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90444"/>
              </a:lnTo>
              <a:lnTo>
                <a:pt x="186613" y="1790444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78B7BB-2494-4C68-B8CA-8851D789214D}">
      <dsp:nvSpPr>
        <dsp:cNvPr id="0" name=""/>
        <dsp:cNvSpPr/>
      </dsp:nvSpPr>
      <dsp:spPr>
        <a:xfrm>
          <a:off x="10552183" y="3031321"/>
          <a:ext cx="186613" cy="12996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99627"/>
              </a:lnTo>
              <a:lnTo>
                <a:pt x="186613" y="1299627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0D8674-869A-4749-B531-0832197CBAA6}">
      <dsp:nvSpPr>
        <dsp:cNvPr id="0" name=""/>
        <dsp:cNvSpPr/>
      </dsp:nvSpPr>
      <dsp:spPr>
        <a:xfrm>
          <a:off x="10552183" y="3031321"/>
          <a:ext cx="186613" cy="8088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08810"/>
              </a:lnTo>
              <a:lnTo>
                <a:pt x="186613" y="808810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F3CC15-7EED-4D97-A178-B49132F3D1B2}">
      <dsp:nvSpPr>
        <dsp:cNvPr id="0" name=""/>
        <dsp:cNvSpPr/>
      </dsp:nvSpPr>
      <dsp:spPr>
        <a:xfrm>
          <a:off x="10552183" y="3031321"/>
          <a:ext cx="186613" cy="3179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7993"/>
              </a:lnTo>
              <a:lnTo>
                <a:pt x="186613" y="317993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47608E-41A5-401D-8E12-39B41ED91C56}">
      <dsp:nvSpPr>
        <dsp:cNvPr id="0" name=""/>
        <dsp:cNvSpPr/>
      </dsp:nvSpPr>
      <dsp:spPr>
        <a:xfrm>
          <a:off x="6249135" y="2272995"/>
          <a:ext cx="4800683" cy="2370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4444"/>
              </a:lnTo>
              <a:lnTo>
                <a:pt x="4800683" y="164444"/>
              </a:lnTo>
              <a:lnTo>
                <a:pt x="4800683" y="237029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9B732B-AED2-4516-8851-9E5FF72C72DA}">
      <dsp:nvSpPr>
        <dsp:cNvPr id="0" name=""/>
        <dsp:cNvSpPr/>
      </dsp:nvSpPr>
      <dsp:spPr>
        <a:xfrm>
          <a:off x="9417997" y="3032248"/>
          <a:ext cx="144101" cy="8088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08810"/>
              </a:lnTo>
              <a:lnTo>
                <a:pt x="144101" y="808810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3A4162-F12F-4B7E-A490-7D0AC040B577}">
      <dsp:nvSpPr>
        <dsp:cNvPr id="0" name=""/>
        <dsp:cNvSpPr/>
      </dsp:nvSpPr>
      <dsp:spPr>
        <a:xfrm>
          <a:off x="9417997" y="3032248"/>
          <a:ext cx="144101" cy="3179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7993"/>
              </a:lnTo>
              <a:lnTo>
                <a:pt x="144101" y="317993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4C2E4B-2A4E-490D-82DF-5DE7D0896CCC}">
      <dsp:nvSpPr>
        <dsp:cNvPr id="0" name=""/>
        <dsp:cNvSpPr/>
      </dsp:nvSpPr>
      <dsp:spPr>
        <a:xfrm>
          <a:off x="6249135" y="2272995"/>
          <a:ext cx="3553131" cy="2370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4444"/>
              </a:lnTo>
              <a:lnTo>
                <a:pt x="3553131" y="164444"/>
              </a:lnTo>
              <a:lnTo>
                <a:pt x="3553131" y="237029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6E94DE-8D43-44EF-B715-B424C283F2A2}">
      <dsp:nvSpPr>
        <dsp:cNvPr id="0" name=""/>
        <dsp:cNvSpPr/>
      </dsp:nvSpPr>
      <dsp:spPr>
        <a:xfrm>
          <a:off x="8278419" y="2996639"/>
          <a:ext cx="263573" cy="12996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99627"/>
              </a:lnTo>
              <a:lnTo>
                <a:pt x="263573" y="1299627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326A84-C512-4430-AB03-87B3C3C90242}">
      <dsp:nvSpPr>
        <dsp:cNvPr id="0" name=""/>
        <dsp:cNvSpPr/>
      </dsp:nvSpPr>
      <dsp:spPr>
        <a:xfrm>
          <a:off x="8278419" y="2996639"/>
          <a:ext cx="263573" cy="8088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08810"/>
              </a:lnTo>
              <a:lnTo>
                <a:pt x="263573" y="808810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F301FA-D51E-4F0F-A6E6-417BAE580B84}">
      <dsp:nvSpPr>
        <dsp:cNvPr id="0" name=""/>
        <dsp:cNvSpPr/>
      </dsp:nvSpPr>
      <dsp:spPr>
        <a:xfrm>
          <a:off x="8278419" y="2996639"/>
          <a:ext cx="263573" cy="3179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7993"/>
              </a:lnTo>
              <a:lnTo>
                <a:pt x="263573" y="317993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6CA5C2-DA39-439D-A2FE-4EE056E527E5}">
      <dsp:nvSpPr>
        <dsp:cNvPr id="0" name=""/>
        <dsp:cNvSpPr/>
      </dsp:nvSpPr>
      <dsp:spPr>
        <a:xfrm>
          <a:off x="6249135" y="2272995"/>
          <a:ext cx="2367825" cy="2370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4444"/>
              </a:lnTo>
              <a:lnTo>
                <a:pt x="2367825" y="164444"/>
              </a:lnTo>
              <a:lnTo>
                <a:pt x="2367825" y="237029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7FAFFD-D63B-4D00-9E94-6BED2F7D2A93}">
      <dsp:nvSpPr>
        <dsp:cNvPr id="0" name=""/>
        <dsp:cNvSpPr/>
      </dsp:nvSpPr>
      <dsp:spPr>
        <a:xfrm>
          <a:off x="7601836" y="3503179"/>
          <a:ext cx="103693" cy="12996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99627"/>
              </a:lnTo>
              <a:lnTo>
                <a:pt x="103693" y="1299627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5271EA-0CD2-43C2-90DA-BF69B87621E6}">
      <dsp:nvSpPr>
        <dsp:cNvPr id="0" name=""/>
        <dsp:cNvSpPr/>
      </dsp:nvSpPr>
      <dsp:spPr>
        <a:xfrm>
          <a:off x="7601836" y="3503179"/>
          <a:ext cx="103693" cy="8088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08810"/>
              </a:lnTo>
              <a:lnTo>
                <a:pt x="103693" y="808810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AADBB8-C9A4-4210-AE0D-E93AAE2A7938}">
      <dsp:nvSpPr>
        <dsp:cNvPr id="0" name=""/>
        <dsp:cNvSpPr/>
      </dsp:nvSpPr>
      <dsp:spPr>
        <a:xfrm>
          <a:off x="7601836" y="3503179"/>
          <a:ext cx="103693" cy="3179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7993"/>
              </a:lnTo>
              <a:lnTo>
                <a:pt x="103693" y="317993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C23CFA-F5DB-48D7-B8FA-68738EEF5A7A}">
      <dsp:nvSpPr>
        <dsp:cNvPr id="0" name=""/>
        <dsp:cNvSpPr/>
      </dsp:nvSpPr>
      <dsp:spPr>
        <a:xfrm>
          <a:off x="7041890" y="3012363"/>
          <a:ext cx="836462" cy="1451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2585"/>
              </a:lnTo>
              <a:lnTo>
                <a:pt x="836462" y="72585"/>
              </a:lnTo>
              <a:lnTo>
                <a:pt x="836462" y="145171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DD3AFF-4DD5-4F07-9744-234EE524FD8E}">
      <dsp:nvSpPr>
        <dsp:cNvPr id="0" name=""/>
        <dsp:cNvSpPr/>
      </dsp:nvSpPr>
      <dsp:spPr>
        <a:xfrm>
          <a:off x="6765373" y="3503179"/>
          <a:ext cx="103693" cy="12996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99627"/>
              </a:lnTo>
              <a:lnTo>
                <a:pt x="103693" y="1299627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CE62AB-2634-4CF2-8FE4-0DB6D5C5038F}">
      <dsp:nvSpPr>
        <dsp:cNvPr id="0" name=""/>
        <dsp:cNvSpPr/>
      </dsp:nvSpPr>
      <dsp:spPr>
        <a:xfrm>
          <a:off x="6765373" y="3503179"/>
          <a:ext cx="103693" cy="8088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08810"/>
              </a:lnTo>
              <a:lnTo>
                <a:pt x="103693" y="808810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7FD61D-DF57-4A06-8D7A-A9C7DDA60682}">
      <dsp:nvSpPr>
        <dsp:cNvPr id="0" name=""/>
        <dsp:cNvSpPr/>
      </dsp:nvSpPr>
      <dsp:spPr>
        <a:xfrm>
          <a:off x="6765373" y="3503179"/>
          <a:ext cx="103693" cy="3179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7993"/>
              </a:lnTo>
              <a:lnTo>
                <a:pt x="103693" y="317993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261B2C-D399-44E7-BF87-27DC76169720}">
      <dsp:nvSpPr>
        <dsp:cNvPr id="0" name=""/>
        <dsp:cNvSpPr/>
      </dsp:nvSpPr>
      <dsp:spPr>
        <a:xfrm>
          <a:off x="6996170" y="3012363"/>
          <a:ext cx="91440" cy="14517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45171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C57C88-5F35-4D10-8C71-25D456DD148E}">
      <dsp:nvSpPr>
        <dsp:cNvPr id="0" name=""/>
        <dsp:cNvSpPr/>
      </dsp:nvSpPr>
      <dsp:spPr>
        <a:xfrm>
          <a:off x="5928911" y="3503179"/>
          <a:ext cx="103693" cy="12996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99627"/>
              </a:lnTo>
              <a:lnTo>
                <a:pt x="103693" y="1299627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902BB9-D14B-45CD-80A4-A0024D716594}">
      <dsp:nvSpPr>
        <dsp:cNvPr id="0" name=""/>
        <dsp:cNvSpPr/>
      </dsp:nvSpPr>
      <dsp:spPr>
        <a:xfrm>
          <a:off x="5928911" y="3503179"/>
          <a:ext cx="103693" cy="8088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08810"/>
              </a:lnTo>
              <a:lnTo>
                <a:pt x="103693" y="808810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81D404-681F-4CD2-B07D-F9033491CDE4}">
      <dsp:nvSpPr>
        <dsp:cNvPr id="0" name=""/>
        <dsp:cNvSpPr/>
      </dsp:nvSpPr>
      <dsp:spPr>
        <a:xfrm>
          <a:off x="5928911" y="3503179"/>
          <a:ext cx="103693" cy="3179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7993"/>
              </a:lnTo>
              <a:lnTo>
                <a:pt x="103693" y="317993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CDD8C3-A5EC-47DD-84BB-46C336633DB7}">
      <dsp:nvSpPr>
        <dsp:cNvPr id="0" name=""/>
        <dsp:cNvSpPr/>
      </dsp:nvSpPr>
      <dsp:spPr>
        <a:xfrm>
          <a:off x="6205427" y="3012363"/>
          <a:ext cx="836462" cy="145171"/>
        </a:xfrm>
        <a:custGeom>
          <a:avLst/>
          <a:gdLst/>
          <a:ahLst/>
          <a:cxnLst/>
          <a:rect l="0" t="0" r="0" b="0"/>
          <a:pathLst>
            <a:path>
              <a:moveTo>
                <a:pt x="836462" y="0"/>
              </a:moveTo>
              <a:lnTo>
                <a:pt x="836462" y="72585"/>
              </a:lnTo>
              <a:lnTo>
                <a:pt x="0" y="72585"/>
              </a:lnTo>
              <a:lnTo>
                <a:pt x="0" y="145171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6C41C2-259F-4C29-A33C-C26844FC396A}">
      <dsp:nvSpPr>
        <dsp:cNvPr id="0" name=""/>
        <dsp:cNvSpPr/>
      </dsp:nvSpPr>
      <dsp:spPr>
        <a:xfrm>
          <a:off x="6249135" y="2272995"/>
          <a:ext cx="792754" cy="2370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4444"/>
              </a:lnTo>
              <a:lnTo>
                <a:pt x="792754" y="164444"/>
              </a:lnTo>
              <a:lnTo>
                <a:pt x="792754" y="237029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579F33-4197-45B8-96F7-07CAF5208A37}">
      <dsp:nvSpPr>
        <dsp:cNvPr id="0" name=""/>
        <dsp:cNvSpPr/>
      </dsp:nvSpPr>
      <dsp:spPr>
        <a:xfrm>
          <a:off x="4881630" y="2974255"/>
          <a:ext cx="141689" cy="12996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99627"/>
              </a:lnTo>
              <a:lnTo>
                <a:pt x="141689" y="1299627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F45AC6-8B70-4335-BE6A-ACBCA421B9B6}">
      <dsp:nvSpPr>
        <dsp:cNvPr id="0" name=""/>
        <dsp:cNvSpPr/>
      </dsp:nvSpPr>
      <dsp:spPr>
        <a:xfrm>
          <a:off x="4881630" y="2974255"/>
          <a:ext cx="141689" cy="8088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08810"/>
              </a:lnTo>
              <a:lnTo>
                <a:pt x="141689" y="808810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7D5523-C058-438F-9396-35CAB5CD82CD}">
      <dsp:nvSpPr>
        <dsp:cNvPr id="0" name=""/>
        <dsp:cNvSpPr/>
      </dsp:nvSpPr>
      <dsp:spPr>
        <a:xfrm>
          <a:off x="4881630" y="2974255"/>
          <a:ext cx="141689" cy="3179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7993"/>
              </a:lnTo>
              <a:lnTo>
                <a:pt x="141689" y="317993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FC89F5-0990-437F-B774-BA6B3C0D806E}">
      <dsp:nvSpPr>
        <dsp:cNvPr id="0" name=""/>
        <dsp:cNvSpPr/>
      </dsp:nvSpPr>
      <dsp:spPr>
        <a:xfrm>
          <a:off x="5259468" y="2272995"/>
          <a:ext cx="989667" cy="237029"/>
        </a:xfrm>
        <a:custGeom>
          <a:avLst/>
          <a:gdLst/>
          <a:ahLst/>
          <a:cxnLst/>
          <a:rect l="0" t="0" r="0" b="0"/>
          <a:pathLst>
            <a:path>
              <a:moveTo>
                <a:pt x="989667" y="0"/>
              </a:moveTo>
              <a:lnTo>
                <a:pt x="989667" y="164444"/>
              </a:lnTo>
              <a:lnTo>
                <a:pt x="0" y="164444"/>
              </a:lnTo>
              <a:lnTo>
                <a:pt x="0" y="237029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022BB0-0BE2-4854-B972-C3878E118F94}">
      <dsp:nvSpPr>
        <dsp:cNvPr id="0" name=""/>
        <dsp:cNvSpPr/>
      </dsp:nvSpPr>
      <dsp:spPr>
        <a:xfrm>
          <a:off x="3696040" y="2870195"/>
          <a:ext cx="836462" cy="1451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2585"/>
              </a:lnTo>
              <a:lnTo>
                <a:pt x="836462" y="72585"/>
              </a:lnTo>
              <a:lnTo>
                <a:pt x="836462" y="145171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F044E6-5F54-42AB-AF85-05D040F7CE12}">
      <dsp:nvSpPr>
        <dsp:cNvPr id="0" name=""/>
        <dsp:cNvSpPr/>
      </dsp:nvSpPr>
      <dsp:spPr>
        <a:xfrm>
          <a:off x="3419523" y="3361012"/>
          <a:ext cx="103693" cy="22690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69091"/>
              </a:lnTo>
              <a:lnTo>
                <a:pt x="103693" y="2269091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30C6A7-930D-4593-8621-64E4C9279B25}">
      <dsp:nvSpPr>
        <dsp:cNvPr id="0" name=""/>
        <dsp:cNvSpPr/>
      </dsp:nvSpPr>
      <dsp:spPr>
        <a:xfrm>
          <a:off x="3419523" y="3361012"/>
          <a:ext cx="103693" cy="17782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78274"/>
              </a:lnTo>
              <a:lnTo>
                <a:pt x="103693" y="1778274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D76335-82C2-4DC1-8FBC-261D59613CE0}">
      <dsp:nvSpPr>
        <dsp:cNvPr id="0" name=""/>
        <dsp:cNvSpPr/>
      </dsp:nvSpPr>
      <dsp:spPr>
        <a:xfrm>
          <a:off x="3419523" y="3361012"/>
          <a:ext cx="103693" cy="12874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87457"/>
              </a:lnTo>
              <a:lnTo>
                <a:pt x="103693" y="1287457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10452D-7005-427F-A62F-7375FA88CAD8}">
      <dsp:nvSpPr>
        <dsp:cNvPr id="0" name=""/>
        <dsp:cNvSpPr/>
      </dsp:nvSpPr>
      <dsp:spPr>
        <a:xfrm>
          <a:off x="3419523" y="3361012"/>
          <a:ext cx="103693" cy="7966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6640"/>
              </a:lnTo>
              <a:lnTo>
                <a:pt x="103693" y="796640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4C0727-9271-4480-BC92-B49462529C31}">
      <dsp:nvSpPr>
        <dsp:cNvPr id="0" name=""/>
        <dsp:cNvSpPr/>
      </dsp:nvSpPr>
      <dsp:spPr>
        <a:xfrm>
          <a:off x="3419523" y="3361012"/>
          <a:ext cx="103693" cy="3179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7993"/>
              </a:lnTo>
              <a:lnTo>
                <a:pt x="103693" y="317993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D4621A-948C-49DA-ACD1-D6B8BD7C1563}">
      <dsp:nvSpPr>
        <dsp:cNvPr id="0" name=""/>
        <dsp:cNvSpPr/>
      </dsp:nvSpPr>
      <dsp:spPr>
        <a:xfrm>
          <a:off x="3650320" y="2870195"/>
          <a:ext cx="91440" cy="14517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45171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3623B4-FD6F-40E9-9656-5785EA4E8317}">
      <dsp:nvSpPr>
        <dsp:cNvPr id="0" name=""/>
        <dsp:cNvSpPr/>
      </dsp:nvSpPr>
      <dsp:spPr>
        <a:xfrm>
          <a:off x="2583061" y="3361012"/>
          <a:ext cx="103693" cy="12874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87457"/>
              </a:lnTo>
              <a:lnTo>
                <a:pt x="103693" y="1287457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EEEBF5-9225-468A-A60F-7DCA5BA9C36F}">
      <dsp:nvSpPr>
        <dsp:cNvPr id="0" name=""/>
        <dsp:cNvSpPr/>
      </dsp:nvSpPr>
      <dsp:spPr>
        <a:xfrm>
          <a:off x="2583061" y="3361012"/>
          <a:ext cx="103693" cy="7966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6640"/>
              </a:lnTo>
              <a:lnTo>
                <a:pt x="103693" y="796640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20C487-8837-40BF-AA00-57E4F8416012}">
      <dsp:nvSpPr>
        <dsp:cNvPr id="0" name=""/>
        <dsp:cNvSpPr/>
      </dsp:nvSpPr>
      <dsp:spPr>
        <a:xfrm>
          <a:off x="2583061" y="3361012"/>
          <a:ext cx="103693" cy="3058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5823"/>
              </a:lnTo>
              <a:lnTo>
                <a:pt x="103693" y="305823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5F91EF-08D4-4A13-8427-F45F075C50E0}">
      <dsp:nvSpPr>
        <dsp:cNvPr id="0" name=""/>
        <dsp:cNvSpPr/>
      </dsp:nvSpPr>
      <dsp:spPr>
        <a:xfrm>
          <a:off x="2859578" y="2870195"/>
          <a:ext cx="836462" cy="145171"/>
        </a:xfrm>
        <a:custGeom>
          <a:avLst/>
          <a:gdLst/>
          <a:ahLst/>
          <a:cxnLst/>
          <a:rect l="0" t="0" r="0" b="0"/>
          <a:pathLst>
            <a:path>
              <a:moveTo>
                <a:pt x="836462" y="0"/>
              </a:moveTo>
              <a:lnTo>
                <a:pt x="836462" y="72585"/>
              </a:lnTo>
              <a:lnTo>
                <a:pt x="0" y="72585"/>
              </a:lnTo>
              <a:lnTo>
                <a:pt x="0" y="145171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AC797B-521F-4794-911D-F78171ED013B}">
      <dsp:nvSpPr>
        <dsp:cNvPr id="0" name=""/>
        <dsp:cNvSpPr/>
      </dsp:nvSpPr>
      <dsp:spPr>
        <a:xfrm>
          <a:off x="3696040" y="2272995"/>
          <a:ext cx="2553095" cy="237029"/>
        </a:xfrm>
        <a:custGeom>
          <a:avLst/>
          <a:gdLst/>
          <a:ahLst/>
          <a:cxnLst/>
          <a:rect l="0" t="0" r="0" b="0"/>
          <a:pathLst>
            <a:path>
              <a:moveTo>
                <a:pt x="2553095" y="0"/>
              </a:moveTo>
              <a:lnTo>
                <a:pt x="2553095" y="164444"/>
              </a:lnTo>
              <a:lnTo>
                <a:pt x="0" y="164444"/>
              </a:lnTo>
              <a:lnTo>
                <a:pt x="0" y="237029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A462F6-025B-4F52-BA86-103AACE46293}">
      <dsp:nvSpPr>
        <dsp:cNvPr id="0" name=""/>
        <dsp:cNvSpPr/>
      </dsp:nvSpPr>
      <dsp:spPr>
        <a:xfrm>
          <a:off x="1746599" y="3656802"/>
          <a:ext cx="94216" cy="14295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9573"/>
              </a:lnTo>
              <a:lnTo>
                <a:pt x="94216" y="1429573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6C070F-7C6A-419C-9123-EB2E9B746E9A}">
      <dsp:nvSpPr>
        <dsp:cNvPr id="0" name=""/>
        <dsp:cNvSpPr/>
      </dsp:nvSpPr>
      <dsp:spPr>
        <a:xfrm>
          <a:off x="1700879" y="3656802"/>
          <a:ext cx="91440" cy="90616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906161"/>
              </a:lnTo>
              <a:lnTo>
                <a:pt x="125073" y="906161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8A9D4C-81BB-4C61-8B82-35051390A4A0}">
      <dsp:nvSpPr>
        <dsp:cNvPr id="0" name=""/>
        <dsp:cNvSpPr/>
      </dsp:nvSpPr>
      <dsp:spPr>
        <a:xfrm>
          <a:off x="1700879" y="3656802"/>
          <a:ext cx="91440" cy="41534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15345"/>
              </a:lnTo>
              <a:lnTo>
                <a:pt x="125073" y="415345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1433C5-E199-4C19-A036-1ACBC3F16EE0}">
      <dsp:nvSpPr>
        <dsp:cNvPr id="0" name=""/>
        <dsp:cNvSpPr/>
      </dsp:nvSpPr>
      <dsp:spPr>
        <a:xfrm>
          <a:off x="1186653" y="3165985"/>
          <a:ext cx="836462" cy="1451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2585"/>
              </a:lnTo>
              <a:lnTo>
                <a:pt x="836462" y="72585"/>
              </a:lnTo>
              <a:lnTo>
                <a:pt x="836462" y="145171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12B920-88CA-4338-9C35-5BC97D91B847}">
      <dsp:nvSpPr>
        <dsp:cNvPr id="0" name=""/>
        <dsp:cNvSpPr/>
      </dsp:nvSpPr>
      <dsp:spPr>
        <a:xfrm>
          <a:off x="864416" y="3656802"/>
          <a:ext cx="91440" cy="139697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396978"/>
              </a:lnTo>
              <a:lnTo>
                <a:pt x="125073" y="1396978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9484FF-6B2F-436F-A053-63036591C8F4}">
      <dsp:nvSpPr>
        <dsp:cNvPr id="0" name=""/>
        <dsp:cNvSpPr/>
      </dsp:nvSpPr>
      <dsp:spPr>
        <a:xfrm>
          <a:off x="864416" y="3656802"/>
          <a:ext cx="91440" cy="90616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906161"/>
              </a:lnTo>
              <a:lnTo>
                <a:pt x="125073" y="906161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AFE758-16F2-4C20-B27F-5E87C315C460}">
      <dsp:nvSpPr>
        <dsp:cNvPr id="0" name=""/>
        <dsp:cNvSpPr/>
      </dsp:nvSpPr>
      <dsp:spPr>
        <a:xfrm>
          <a:off x="864416" y="3656802"/>
          <a:ext cx="91440" cy="41534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15345"/>
              </a:lnTo>
              <a:lnTo>
                <a:pt x="125073" y="415345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6D15CE-BC44-4B11-9F14-AD06FE05FF78}">
      <dsp:nvSpPr>
        <dsp:cNvPr id="0" name=""/>
        <dsp:cNvSpPr/>
      </dsp:nvSpPr>
      <dsp:spPr>
        <a:xfrm>
          <a:off x="1140933" y="3165985"/>
          <a:ext cx="91440" cy="14517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45171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6ABFBE-7F75-4F53-B839-5429EB4279F5}">
      <dsp:nvSpPr>
        <dsp:cNvPr id="0" name=""/>
        <dsp:cNvSpPr/>
      </dsp:nvSpPr>
      <dsp:spPr>
        <a:xfrm>
          <a:off x="27954" y="3656802"/>
          <a:ext cx="91440" cy="139697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396978"/>
              </a:lnTo>
              <a:lnTo>
                <a:pt x="125073" y="1396978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0F5BA2-B784-4828-971E-C81343CB424B}">
      <dsp:nvSpPr>
        <dsp:cNvPr id="0" name=""/>
        <dsp:cNvSpPr/>
      </dsp:nvSpPr>
      <dsp:spPr>
        <a:xfrm>
          <a:off x="27954" y="3656802"/>
          <a:ext cx="91440" cy="90616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906161"/>
              </a:lnTo>
              <a:lnTo>
                <a:pt x="125073" y="906161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E6C35E-1EBC-4E30-AFE9-CD0849EEFC48}">
      <dsp:nvSpPr>
        <dsp:cNvPr id="0" name=""/>
        <dsp:cNvSpPr/>
      </dsp:nvSpPr>
      <dsp:spPr>
        <a:xfrm>
          <a:off x="27954" y="3656802"/>
          <a:ext cx="91440" cy="41534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15345"/>
              </a:lnTo>
              <a:lnTo>
                <a:pt x="125073" y="415345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7C4FB6-8ABD-47CF-934F-3F272BA30390}">
      <dsp:nvSpPr>
        <dsp:cNvPr id="0" name=""/>
        <dsp:cNvSpPr/>
      </dsp:nvSpPr>
      <dsp:spPr>
        <a:xfrm>
          <a:off x="350190" y="3165985"/>
          <a:ext cx="836462" cy="145171"/>
        </a:xfrm>
        <a:custGeom>
          <a:avLst/>
          <a:gdLst/>
          <a:ahLst/>
          <a:cxnLst/>
          <a:rect l="0" t="0" r="0" b="0"/>
          <a:pathLst>
            <a:path>
              <a:moveTo>
                <a:pt x="836462" y="0"/>
              </a:moveTo>
              <a:lnTo>
                <a:pt x="836462" y="72585"/>
              </a:lnTo>
              <a:lnTo>
                <a:pt x="0" y="72585"/>
              </a:lnTo>
              <a:lnTo>
                <a:pt x="0" y="145171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ABE883-8D16-43A9-8336-39DBAD477140}">
      <dsp:nvSpPr>
        <dsp:cNvPr id="0" name=""/>
        <dsp:cNvSpPr/>
      </dsp:nvSpPr>
      <dsp:spPr>
        <a:xfrm>
          <a:off x="1186653" y="2272995"/>
          <a:ext cx="5062482" cy="237029"/>
        </a:xfrm>
        <a:custGeom>
          <a:avLst/>
          <a:gdLst/>
          <a:ahLst/>
          <a:cxnLst/>
          <a:rect l="0" t="0" r="0" b="0"/>
          <a:pathLst>
            <a:path>
              <a:moveTo>
                <a:pt x="5062482" y="0"/>
              </a:moveTo>
              <a:lnTo>
                <a:pt x="5062482" y="164444"/>
              </a:lnTo>
              <a:lnTo>
                <a:pt x="0" y="164444"/>
              </a:lnTo>
              <a:lnTo>
                <a:pt x="0" y="237029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E187F1-CF2A-4828-AAB1-859218607CA5}">
      <dsp:nvSpPr>
        <dsp:cNvPr id="0" name=""/>
        <dsp:cNvSpPr/>
      </dsp:nvSpPr>
      <dsp:spPr>
        <a:xfrm>
          <a:off x="4685130" y="1282520"/>
          <a:ext cx="3128010" cy="990475"/>
        </a:xfrm>
        <a:prstGeom prst="rect">
          <a:avLst/>
        </a:prstGeom>
        <a:solidFill>
          <a:srgbClr val="273755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800" kern="1200" dirty="0"/>
            <a:t>Automated MongoDB Backup and Recovery System on AWS</a:t>
          </a:r>
        </a:p>
      </dsp:txBody>
      <dsp:txXfrm>
        <a:off x="4685130" y="1282520"/>
        <a:ext cx="3128010" cy="990475"/>
      </dsp:txXfrm>
    </dsp:sp>
    <dsp:sp modelId="{DA0752C8-1BB7-44B8-87CB-ECE8A3F56C78}">
      <dsp:nvSpPr>
        <dsp:cNvPr id="0" name=""/>
        <dsp:cNvSpPr/>
      </dsp:nvSpPr>
      <dsp:spPr>
        <a:xfrm>
          <a:off x="703758" y="2510025"/>
          <a:ext cx="965789" cy="655959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200" b="0" kern="1200" cap="none" spc="0" dirty="0">
              <a:ln w="0"/>
              <a:solidFill>
                <a:srgbClr val="000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rPr>
            <a:t>Initiation &amp; Requirement Analysis</a:t>
          </a:r>
        </a:p>
      </dsp:txBody>
      <dsp:txXfrm>
        <a:off x="703758" y="2510025"/>
        <a:ext cx="965789" cy="655959"/>
      </dsp:txXfrm>
    </dsp:sp>
    <dsp:sp modelId="{D4BE2761-1A66-4F20-B0B2-74B1F642BAC9}">
      <dsp:nvSpPr>
        <dsp:cNvPr id="0" name=""/>
        <dsp:cNvSpPr/>
      </dsp:nvSpPr>
      <dsp:spPr>
        <a:xfrm>
          <a:off x="4544" y="3311156"/>
          <a:ext cx="691291" cy="34564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000" kern="1200" dirty="0">
              <a:solidFill>
                <a:srgbClr val="000000"/>
              </a:solidFill>
            </a:rPr>
            <a:t>Problem Understanding</a:t>
          </a:r>
        </a:p>
      </dsp:txBody>
      <dsp:txXfrm>
        <a:off x="4544" y="3311156"/>
        <a:ext cx="691291" cy="345645"/>
      </dsp:txXfrm>
    </dsp:sp>
    <dsp:sp modelId="{64DF06C2-3E3A-45CE-9F9C-30FF491B483B}">
      <dsp:nvSpPr>
        <dsp:cNvPr id="0" name=""/>
        <dsp:cNvSpPr/>
      </dsp:nvSpPr>
      <dsp:spPr>
        <a:xfrm>
          <a:off x="153027" y="3899324"/>
          <a:ext cx="691291" cy="34564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000" b="0" kern="1200" cap="none" spc="0" dirty="0">
              <a:ln w="0"/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rPr>
            <a:t>  Understand Problem Statement</a:t>
          </a:r>
        </a:p>
      </dsp:txBody>
      <dsp:txXfrm>
        <a:off x="153027" y="3899324"/>
        <a:ext cx="691291" cy="345645"/>
      </dsp:txXfrm>
    </dsp:sp>
    <dsp:sp modelId="{C68776FB-A807-450A-8E2E-0BE13425F259}">
      <dsp:nvSpPr>
        <dsp:cNvPr id="0" name=""/>
        <dsp:cNvSpPr/>
      </dsp:nvSpPr>
      <dsp:spPr>
        <a:xfrm>
          <a:off x="153027" y="4390141"/>
          <a:ext cx="691291" cy="34564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000" b="0" kern="1200" cap="none" spc="0" dirty="0">
              <a:ln w="0"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rPr>
            <a:t>  Define Objectives</a:t>
          </a:r>
        </a:p>
      </dsp:txBody>
      <dsp:txXfrm>
        <a:off x="153027" y="4390141"/>
        <a:ext cx="691291" cy="345645"/>
      </dsp:txXfrm>
    </dsp:sp>
    <dsp:sp modelId="{CCC9555B-412C-481E-83EF-1EFA958D5314}">
      <dsp:nvSpPr>
        <dsp:cNvPr id="0" name=""/>
        <dsp:cNvSpPr/>
      </dsp:nvSpPr>
      <dsp:spPr>
        <a:xfrm>
          <a:off x="153027" y="4880958"/>
          <a:ext cx="691291" cy="34564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000" kern="1200" dirty="0"/>
            <a:t>Identify Deliverables</a:t>
          </a:r>
          <a:endParaRPr lang="en-IN" sz="1000" b="0" kern="1200" cap="none" spc="0" dirty="0">
            <a:ln w="0"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sp:txBody>
      <dsp:txXfrm>
        <a:off x="153027" y="4880958"/>
        <a:ext cx="691291" cy="345645"/>
      </dsp:txXfrm>
    </dsp:sp>
    <dsp:sp modelId="{4BCE739B-4BFA-4A3C-8E8D-CB1A00189295}">
      <dsp:nvSpPr>
        <dsp:cNvPr id="0" name=""/>
        <dsp:cNvSpPr/>
      </dsp:nvSpPr>
      <dsp:spPr>
        <a:xfrm>
          <a:off x="841007" y="3311156"/>
          <a:ext cx="691291" cy="34564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000" b="0" kern="1200" cap="none" spc="0" dirty="0">
              <a:ln w="0"/>
              <a:solidFill>
                <a:srgbClr val="000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rPr>
            <a:t>Requirement Gathering</a:t>
          </a:r>
        </a:p>
      </dsp:txBody>
      <dsp:txXfrm>
        <a:off x="841007" y="3311156"/>
        <a:ext cx="691291" cy="345645"/>
      </dsp:txXfrm>
    </dsp:sp>
    <dsp:sp modelId="{0BE46EC6-C444-48D9-A3B2-13A0B78358EC}">
      <dsp:nvSpPr>
        <dsp:cNvPr id="0" name=""/>
        <dsp:cNvSpPr/>
      </dsp:nvSpPr>
      <dsp:spPr>
        <a:xfrm>
          <a:off x="989489" y="3899324"/>
          <a:ext cx="691291" cy="34564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800" kern="1200" dirty="0"/>
            <a:t>Study MongoDB Backup Concepts</a:t>
          </a:r>
          <a:endParaRPr lang="en-IN" sz="800" b="0" kern="1200" cap="none" spc="0" dirty="0">
            <a:ln w="0"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sp:txBody>
      <dsp:txXfrm>
        <a:off x="989489" y="3899324"/>
        <a:ext cx="691291" cy="345645"/>
      </dsp:txXfrm>
    </dsp:sp>
    <dsp:sp modelId="{0EBF951B-E01E-4155-8BC6-7E5E7AF9302B}">
      <dsp:nvSpPr>
        <dsp:cNvPr id="0" name=""/>
        <dsp:cNvSpPr/>
      </dsp:nvSpPr>
      <dsp:spPr>
        <a:xfrm>
          <a:off x="989489" y="4390141"/>
          <a:ext cx="691291" cy="34564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800" kern="1200" dirty="0"/>
            <a:t>Study AWS EC2 and S3</a:t>
          </a:r>
          <a:endParaRPr lang="en-IN" sz="800" b="0" kern="1200" cap="none" spc="0" dirty="0">
            <a:ln w="0"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sp:txBody>
      <dsp:txXfrm>
        <a:off x="989489" y="4390141"/>
        <a:ext cx="691291" cy="345645"/>
      </dsp:txXfrm>
    </dsp:sp>
    <dsp:sp modelId="{F79D45CE-D184-4C7C-A1E5-1AF68BBD905E}">
      <dsp:nvSpPr>
        <dsp:cNvPr id="0" name=""/>
        <dsp:cNvSpPr/>
      </dsp:nvSpPr>
      <dsp:spPr>
        <a:xfrm>
          <a:off x="989489" y="4880958"/>
          <a:ext cx="691291" cy="34564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800" kern="1200" dirty="0"/>
            <a:t>Backup &amp; Recovery Requirements</a:t>
          </a:r>
          <a:endParaRPr lang="en-IN" sz="800" b="0" kern="1200" cap="none" spc="0" dirty="0">
            <a:ln w="0"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sp:txBody>
      <dsp:txXfrm>
        <a:off x="989489" y="4880958"/>
        <a:ext cx="691291" cy="345645"/>
      </dsp:txXfrm>
    </dsp:sp>
    <dsp:sp modelId="{BEFD0EAC-0856-496C-BBCE-06226B660D17}">
      <dsp:nvSpPr>
        <dsp:cNvPr id="0" name=""/>
        <dsp:cNvSpPr/>
      </dsp:nvSpPr>
      <dsp:spPr>
        <a:xfrm>
          <a:off x="1677469" y="3311156"/>
          <a:ext cx="691291" cy="34564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000" b="0" kern="1200" cap="none" spc="0" dirty="0">
              <a:ln w="0"/>
              <a:solidFill>
                <a:srgbClr val="000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rPr>
            <a:t>Documentation</a:t>
          </a:r>
        </a:p>
      </dsp:txBody>
      <dsp:txXfrm>
        <a:off x="1677469" y="3311156"/>
        <a:ext cx="691291" cy="345645"/>
      </dsp:txXfrm>
    </dsp:sp>
    <dsp:sp modelId="{A989F114-5A01-4FC3-B09F-2E50D66BD79D}">
      <dsp:nvSpPr>
        <dsp:cNvPr id="0" name=""/>
        <dsp:cNvSpPr/>
      </dsp:nvSpPr>
      <dsp:spPr>
        <a:xfrm>
          <a:off x="1825952" y="3899324"/>
          <a:ext cx="691291" cy="34564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000" b="0" kern="1200" cap="none" spc="0" dirty="0">
              <a:ln w="0"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rPr>
            <a:t>Project Charter</a:t>
          </a:r>
        </a:p>
      </dsp:txBody>
      <dsp:txXfrm>
        <a:off x="1825952" y="3899324"/>
        <a:ext cx="691291" cy="345645"/>
      </dsp:txXfrm>
    </dsp:sp>
    <dsp:sp modelId="{20CE092B-C06A-4466-8061-A032040926B6}">
      <dsp:nvSpPr>
        <dsp:cNvPr id="0" name=""/>
        <dsp:cNvSpPr/>
      </dsp:nvSpPr>
      <dsp:spPr>
        <a:xfrm>
          <a:off x="1825952" y="4390141"/>
          <a:ext cx="691291" cy="34564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000" kern="1200" dirty="0"/>
            <a:t>SRS Document</a:t>
          </a:r>
          <a:endParaRPr lang="en-IN" sz="1000" b="0" kern="1200" cap="none" spc="0" dirty="0">
            <a:ln w="0"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sp:txBody>
      <dsp:txXfrm>
        <a:off x="1825952" y="4390141"/>
        <a:ext cx="691291" cy="345645"/>
      </dsp:txXfrm>
    </dsp:sp>
    <dsp:sp modelId="{35642D62-FE50-454F-BEEB-7C89335CAC5D}">
      <dsp:nvSpPr>
        <dsp:cNvPr id="0" name=""/>
        <dsp:cNvSpPr/>
      </dsp:nvSpPr>
      <dsp:spPr>
        <a:xfrm>
          <a:off x="1840815" y="4913552"/>
          <a:ext cx="691291" cy="34564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000" kern="1200" dirty="0"/>
            <a:t>RAID Log</a:t>
          </a:r>
          <a:endParaRPr lang="en-IN" sz="1000" b="0" kern="1200" cap="none" spc="0" dirty="0">
            <a:ln w="0"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sp:txBody>
      <dsp:txXfrm>
        <a:off x="1840815" y="4913552"/>
        <a:ext cx="691291" cy="345645"/>
      </dsp:txXfrm>
    </dsp:sp>
    <dsp:sp modelId="{E65C4418-1509-4D7C-9C42-79231FED10C2}">
      <dsp:nvSpPr>
        <dsp:cNvPr id="0" name=""/>
        <dsp:cNvSpPr/>
      </dsp:nvSpPr>
      <dsp:spPr>
        <a:xfrm>
          <a:off x="3312104" y="2510025"/>
          <a:ext cx="767872" cy="360169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700" b="0" kern="1200" cap="none" spc="0" dirty="0">
              <a:ln w="0"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rPr>
            <a:t>. </a:t>
          </a:r>
          <a:r>
            <a:rPr lang="en-IN" sz="1600" b="0" kern="1200" cap="none" spc="0" dirty="0">
              <a:ln w="0"/>
              <a:solidFill>
                <a:srgbClr val="000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rPr>
            <a:t>Planning</a:t>
          </a:r>
        </a:p>
      </dsp:txBody>
      <dsp:txXfrm>
        <a:off x="3312104" y="2510025"/>
        <a:ext cx="767872" cy="360169"/>
      </dsp:txXfrm>
    </dsp:sp>
    <dsp:sp modelId="{BC1A5EA6-5480-4F6D-B27C-2EAEBC3ED8C2}">
      <dsp:nvSpPr>
        <dsp:cNvPr id="0" name=""/>
        <dsp:cNvSpPr/>
      </dsp:nvSpPr>
      <dsp:spPr>
        <a:xfrm>
          <a:off x="2513932" y="3015366"/>
          <a:ext cx="691291" cy="34564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000" b="0" kern="1200" cap="none" spc="0" dirty="0">
              <a:ln w="0"/>
              <a:solidFill>
                <a:srgbClr val="000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rPr>
            <a:t>Project Planning</a:t>
          </a:r>
        </a:p>
      </dsp:txBody>
      <dsp:txXfrm>
        <a:off x="2513932" y="3015366"/>
        <a:ext cx="691291" cy="345645"/>
      </dsp:txXfrm>
    </dsp:sp>
    <dsp:sp modelId="{78121285-9D60-47E9-92E7-1336289B9C3B}">
      <dsp:nvSpPr>
        <dsp:cNvPr id="0" name=""/>
        <dsp:cNvSpPr/>
      </dsp:nvSpPr>
      <dsp:spPr>
        <a:xfrm>
          <a:off x="2686755" y="3494013"/>
          <a:ext cx="691291" cy="34564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000" kern="1200" dirty="0"/>
            <a:t>Create Project Schedule</a:t>
          </a:r>
          <a:endParaRPr lang="en-IN" sz="1000" b="0" kern="1200" cap="none" spc="0" dirty="0">
            <a:ln w="0"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sp:txBody>
      <dsp:txXfrm>
        <a:off x="2686755" y="3494013"/>
        <a:ext cx="691291" cy="345645"/>
      </dsp:txXfrm>
    </dsp:sp>
    <dsp:sp modelId="{E6DFC386-B629-43EF-BCE1-B77C9A112754}">
      <dsp:nvSpPr>
        <dsp:cNvPr id="0" name=""/>
        <dsp:cNvSpPr/>
      </dsp:nvSpPr>
      <dsp:spPr>
        <a:xfrm>
          <a:off x="2686755" y="3984830"/>
          <a:ext cx="691291" cy="34564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000" kern="1200" dirty="0"/>
            <a:t>Define Milestones</a:t>
          </a:r>
          <a:endParaRPr lang="en-IN" sz="1000" b="0" kern="1200" cap="none" spc="0" dirty="0">
            <a:ln w="0"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sp:txBody>
      <dsp:txXfrm>
        <a:off x="2686755" y="3984830"/>
        <a:ext cx="691291" cy="345645"/>
      </dsp:txXfrm>
    </dsp:sp>
    <dsp:sp modelId="{94BA9FB2-FDE3-4E13-9F5F-5B7FDFE9EA9A}">
      <dsp:nvSpPr>
        <dsp:cNvPr id="0" name=""/>
        <dsp:cNvSpPr/>
      </dsp:nvSpPr>
      <dsp:spPr>
        <a:xfrm>
          <a:off x="2686755" y="4475647"/>
          <a:ext cx="691291" cy="34564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000" kern="1200" dirty="0"/>
            <a:t>Resource Planning</a:t>
          </a:r>
          <a:endParaRPr lang="en-IN" sz="1000" b="0" kern="1200" cap="none" spc="0" dirty="0">
            <a:ln w="0"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sp:txBody>
      <dsp:txXfrm>
        <a:off x="2686755" y="4475647"/>
        <a:ext cx="691291" cy="345645"/>
      </dsp:txXfrm>
    </dsp:sp>
    <dsp:sp modelId="{FEC58E28-6E47-49DE-AD82-A1112268B710}">
      <dsp:nvSpPr>
        <dsp:cNvPr id="0" name=""/>
        <dsp:cNvSpPr/>
      </dsp:nvSpPr>
      <dsp:spPr>
        <a:xfrm>
          <a:off x="3350394" y="3015366"/>
          <a:ext cx="691291" cy="34564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100" b="0" kern="1200" cap="none" spc="0" dirty="0">
              <a:ln w="0"/>
              <a:solidFill>
                <a:srgbClr val="000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rPr>
            <a:t>Technology Selection</a:t>
          </a:r>
        </a:p>
      </dsp:txBody>
      <dsp:txXfrm>
        <a:off x="3350394" y="3015366"/>
        <a:ext cx="691291" cy="345645"/>
      </dsp:txXfrm>
    </dsp:sp>
    <dsp:sp modelId="{2ECC6BD3-48FE-4874-BF5F-0C588F2FA0EA}">
      <dsp:nvSpPr>
        <dsp:cNvPr id="0" name=""/>
        <dsp:cNvSpPr/>
      </dsp:nvSpPr>
      <dsp:spPr>
        <a:xfrm>
          <a:off x="3523217" y="3506183"/>
          <a:ext cx="691291" cy="34564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000" kern="1200" dirty="0"/>
            <a:t>MongoDB Community Edition</a:t>
          </a:r>
          <a:endParaRPr lang="en-IN" sz="1000" b="0" kern="1200" cap="none" spc="0" dirty="0">
            <a:ln w="0"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sp:txBody>
      <dsp:txXfrm>
        <a:off x="3523217" y="3506183"/>
        <a:ext cx="691291" cy="345645"/>
      </dsp:txXfrm>
    </dsp:sp>
    <dsp:sp modelId="{F061911F-9B87-474A-AB93-94AF2CA2A1F7}">
      <dsp:nvSpPr>
        <dsp:cNvPr id="0" name=""/>
        <dsp:cNvSpPr/>
      </dsp:nvSpPr>
      <dsp:spPr>
        <a:xfrm>
          <a:off x="3523217" y="3984830"/>
          <a:ext cx="691291" cy="34564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000" kern="1200" dirty="0"/>
            <a:t>AWS EC2</a:t>
          </a:r>
          <a:endParaRPr lang="en-IN" sz="1000" b="0" kern="1200" cap="none" spc="0" dirty="0">
            <a:ln w="0"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sp:txBody>
      <dsp:txXfrm>
        <a:off x="3523217" y="3984830"/>
        <a:ext cx="691291" cy="345645"/>
      </dsp:txXfrm>
    </dsp:sp>
    <dsp:sp modelId="{7AE30BCC-4A87-4DD9-A656-CFF39F896E9A}">
      <dsp:nvSpPr>
        <dsp:cNvPr id="0" name=""/>
        <dsp:cNvSpPr/>
      </dsp:nvSpPr>
      <dsp:spPr>
        <a:xfrm>
          <a:off x="3523217" y="4475647"/>
          <a:ext cx="691291" cy="34564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800" b="0" kern="1200" cap="none" spc="0" dirty="0">
              <a:ln w="0"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rPr>
            <a:t>  </a:t>
          </a:r>
          <a:r>
            <a:rPr lang="en-IN" sz="1000" kern="1200" dirty="0"/>
            <a:t>Amazon S3</a:t>
          </a:r>
          <a:endParaRPr lang="en-IN" sz="1000" b="0" kern="1200" cap="none" spc="0" dirty="0">
            <a:ln w="0"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sp:txBody>
      <dsp:txXfrm>
        <a:off x="3523217" y="4475647"/>
        <a:ext cx="691291" cy="345645"/>
      </dsp:txXfrm>
    </dsp:sp>
    <dsp:sp modelId="{999A73A9-14A9-425D-8F5C-3E28C8D1C4B5}">
      <dsp:nvSpPr>
        <dsp:cNvPr id="0" name=""/>
        <dsp:cNvSpPr/>
      </dsp:nvSpPr>
      <dsp:spPr>
        <a:xfrm>
          <a:off x="3523217" y="4966463"/>
          <a:ext cx="691291" cy="34564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000" kern="1200" dirty="0"/>
            <a:t>AWS CLI</a:t>
          </a:r>
          <a:endParaRPr lang="en-IN" sz="1000" b="0" kern="1200" cap="none" spc="0" dirty="0">
            <a:ln w="0"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sp:txBody>
      <dsp:txXfrm>
        <a:off x="3523217" y="4966463"/>
        <a:ext cx="691291" cy="345645"/>
      </dsp:txXfrm>
    </dsp:sp>
    <dsp:sp modelId="{A6584787-D9A0-4103-A160-C1EBFD52C74A}">
      <dsp:nvSpPr>
        <dsp:cNvPr id="0" name=""/>
        <dsp:cNvSpPr/>
      </dsp:nvSpPr>
      <dsp:spPr>
        <a:xfrm>
          <a:off x="3523217" y="5457280"/>
          <a:ext cx="691291" cy="34564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000" kern="1200" dirty="0"/>
            <a:t>Cron Scheduler</a:t>
          </a:r>
          <a:endParaRPr lang="en-IN" sz="1000" b="0" kern="1200" cap="none" spc="0" dirty="0">
            <a:ln w="0"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sp:txBody>
      <dsp:txXfrm>
        <a:off x="3523217" y="5457280"/>
        <a:ext cx="691291" cy="345645"/>
      </dsp:txXfrm>
    </dsp:sp>
    <dsp:sp modelId="{5B2EA293-368B-45F0-AE57-205F2B0AB1BC}">
      <dsp:nvSpPr>
        <dsp:cNvPr id="0" name=""/>
        <dsp:cNvSpPr/>
      </dsp:nvSpPr>
      <dsp:spPr>
        <a:xfrm>
          <a:off x="4186857" y="3015366"/>
          <a:ext cx="691291" cy="34564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800" b="0" kern="1200" cap="none" spc="0" dirty="0">
              <a:ln w="0"/>
              <a:solidFill>
                <a:srgbClr val="000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rPr>
            <a:t>Technology Selection</a:t>
          </a:r>
        </a:p>
      </dsp:txBody>
      <dsp:txXfrm>
        <a:off x="4186857" y="3015366"/>
        <a:ext cx="691291" cy="345645"/>
      </dsp:txXfrm>
    </dsp:sp>
    <dsp:sp modelId="{A3E4DFD6-B269-4BDA-8085-62CE14C0C2EF}">
      <dsp:nvSpPr>
        <dsp:cNvPr id="0" name=""/>
        <dsp:cNvSpPr/>
      </dsp:nvSpPr>
      <dsp:spPr>
        <a:xfrm>
          <a:off x="4787171" y="2510025"/>
          <a:ext cx="944594" cy="464229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200" b="0" kern="1200" cap="none" spc="0" dirty="0">
              <a:ln w="0"/>
              <a:solidFill>
                <a:srgbClr val="000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rPr>
            <a:t>System Design</a:t>
          </a:r>
        </a:p>
      </dsp:txBody>
      <dsp:txXfrm>
        <a:off x="4787171" y="2510025"/>
        <a:ext cx="944594" cy="464229"/>
      </dsp:txXfrm>
    </dsp:sp>
    <dsp:sp modelId="{2B93FCE3-E578-4EA5-8AFB-311FCBE3FA79}">
      <dsp:nvSpPr>
        <dsp:cNvPr id="0" name=""/>
        <dsp:cNvSpPr/>
      </dsp:nvSpPr>
      <dsp:spPr>
        <a:xfrm>
          <a:off x="5023319" y="3119426"/>
          <a:ext cx="691291" cy="34564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000" kern="1200" dirty="0">
              <a:solidFill>
                <a:srgbClr val="000000"/>
              </a:solidFill>
            </a:rPr>
            <a:t>Architecture Design</a:t>
          </a:r>
          <a:endParaRPr lang="en-IN" sz="1000" b="0" kern="1200" cap="none" spc="0" dirty="0">
            <a:ln w="0"/>
            <a:solidFill>
              <a:srgbClr val="000000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sp:txBody>
      <dsp:txXfrm>
        <a:off x="5023319" y="3119426"/>
        <a:ext cx="691291" cy="345645"/>
      </dsp:txXfrm>
    </dsp:sp>
    <dsp:sp modelId="{BCB7545A-2CD4-4D98-89A6-9A65CAAED501}">
      <dsp:nvSpPr>
        <dsp:cNvPr id="0" name=""/>
        <dsp:cNvSpPr/>
      </dsp:nvSpPr>
      <dsp:spPr>
        <a:xfrm>
          <a:off x="5023319" y="3610243"/>
          <a:ext cx="691291" cy="34564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000" kern="1200" dirty="0">
              <a:solidFill>
                <a:srgbClr val="000000"/>
              </a:solidFill>
            </a:rPr>
            <a:t>Component Design</a:t>
          </a:r>
          <a:endParaRPr lang="en-IN" sz="1000" b="0" kern="1200" cap="none" spc="0" dirty="0">
            <a:ln w="0"/>
            <a:solidFill>
              <a:srgbClr val="000000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sp:txBody>
      <dsp:txXfrm>
        <a:off x="5023319" y="3610243"/>
        <a:ext cx="691291" cy="345645"/>
      </dsp:txXfrm>
    </dsp:sp>
    <dsp:sp modelId="{A25988E3-530D-4DBA-9949-829C4CCBD6ED}">
      <dsp:nvSpPr>
        <dsp:cNvPr id="0" name=""/>
        <dsp:cNvSpPr/>
      </dsp:nvSpPr>
      <dsp:spPr>
        <a:xfrm>
          <a:off x="5023319" y="4101060"/>
          <a:ext cx="691291" cy="34564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000" kern="1200" dirty="0">
              <a:solidFill>
                <a:srgbClr val="000000"/>
              </a:solidFill>
            </a:rPr>
            <a:t>Security Design</a:t>
          </a:r>
          <a:endParaRPr lang="en-IN" sz="1000" b="0" kern="1200" cap="none" spc="0" dirty="0">
            <a:ln w="0"/>
            <a:solidFill>
              <a:srgbClr val="000000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sp:txBody>
      <dsp:txXfrm>
        <a:off x="5023319" y="4101060"/>
        <a:ext cx="691291" cy="345645"/>
      </dsp:txXfrm>
    </dsp:sp>
    <dsp:sp modelId="{2086630D-EE78-4B15-BA7F-A7FF8E98AB77}">
      <dsp:nvSpPr>
        <dsp:cNvPr id="0" name=""/>
        <dsp:cNvSpPr/>
      </dsp:nvSpPr>
      <dsp:spPr>
        <a:xfrm>
          <a:off x="6400185" y="2510025"/>
          <a:ext cx="1283409" cy="50233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400" b="0" kern="1200" cap="none" spc="0" dirty="0">
              <a:ln w="0"/>
              <a:solidFill>
                <a:srgbClr val="000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rPr>
            <a:t>Implementation</a:t>
          </a:r>
        </a:p>
      </dsp:txBody>
      <dsp:txXfrm>
        <a:off x="6400185" y="2510025"/>
        <a:ext cx="1283409" cy="502337"/>
      </dsp:txXfrm>
    </dsp:sp>
    <dsp:sp modelId="{5F4B2303-D6EC-4B1C-A097-A21FE6A367E2}">
      <dsp:nvSpPr>
        <dsp:cNvPr id="0" name=""/>
        <dsp:cNvSpPr/>
      </dsp:nvSpPr>
      <dsp:spPr>
        <a:xfrm>
          <a:off x="5859782" y="3157534"/>
          <a:ext cx="691291" cy="34564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800" kern="1200" dirty="0">
              <a:solidFill>
                <a:srgbClr val="000000"/>
              </a:solidFill>
            </a:rPr>
            <a:t>AWS Environment Setup</a:t>
          </a:r>
          <a:endParaRPr lang="en-IN" sz="800" b="0" kern="1200" cap="none" spc="0" dirty="0">
            <a:ln w="0"/>
            <a:solidFill>
              <a:srgbClr val="000000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sp:txBody>
      <dsp:txXfrm>
        <a:off x="5859782" y="3157534"/>
        <a:ext cx="691291" cy="345645"/>
      </dsp:txXfrm>
    </dsp:sp>
    <dsp:sp modelId="{8E857FE9-18B3-48DB-B7E7-FA44BFECD034}">
      <dsp:nvSpPr>
        <dsp:cNvPr id="0" name=""/>
        <dsp:cNvSpPr/>
      </dsp:nvSpPr>
      <dsp:spPr>
        <a:xfrm>
          <a:off x="6032605" y="3648351"/>
          <a:ext cx="691291" cy="34564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000" kern="1200" dirty="0"/>
            <a:t>Launch EC2 Instance</a:t>
          </a:r>
          <a:endParaRPr lang="en-IN" sz="1000" b="0" kern="1200" cap="none" spc="0" dirty="0">
            <a:ln w="0"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sp:txBody>
      <dsp:txXfrm>
        <a:off x="6032605" y="3648351"/>
        <a:ext cx="691291" cy="345645"/>
      </dsp:txXfrm>
    </dsp:sp>
    <dsp:sp modelId="{4B10EC79-7C2B-46E6-92C7-08BA79D6B5E1}">
      <dsp:nvSpPr>
        <dsp:cNvPr id="0" name=""/>
        <dsp:cNvSpPr/>
      </dsp:nvSpPr>
      <dsp:spPr>
        <a:xfrm>
          <a:off x="6032605" y="4139167"/>
          <a:ext cx="691291" cy="34564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000" kern="1200" dirty="0"/>
            <a:t>Install MongoDB</a:t>
          </a:r>
          <a:endParaRPr lang="en-IN" sz="1000" b="0" kern="1200" cap="none" spc="0" dirty="0">
            <a:ln w="0"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sp:txBody>
      <dsp:txXfrm>
        <a:off x="6032605" y="4139167"/>
        <a:ext cx="691291" cy="345645"/>
      </dsp:txXfrm>
    </dsp:sp>
    <dsp:sp modelId="{293322AB-E471-4D79-9762-D38A246B1048}">
      <dsp:nvSpPr>
        <dsp:cNvPr id="0" name=""/>
        <dsp:cNvSpPr/>
      </dsp:nvSpPr>
      <dsp:spPr>
        <a:xfrm>
          <a:off x="6032605" y="4629984"/>
          <a:ext cx="691291" cy="34564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000" kern="1200" dirty="0"/>
            <a:t>Install AWS CLI</a:t>
          </a:r>
          <a:endParaRPr lang="en-IN" sz="1000" b="0" kern="1200" cap="none" spc="0" dirty="0">
            <a:ln w="0"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sp:txBody>
      <dsp:txXfrm>
        <a:off x="6032605" y="4629984"/>
        <a:ext cx="691291" cy="345645"/>
      </dsp:txXfrm>
    </dsp:sp>
    <dsp:sp modelId="{AF7A0C2C-45DC-4BC9-A66E-E9D0E6E9122F}">
      <dsp:nvSpPr>
        <dsp:cNvPr id="0" name=""/>
        <dsp:cNvSpPr/>
      </dsp:nvSpPr>
      <dsp:spPr>
        <a:xfrm>
          <a:off x="6696244" y="3157534"/>
          <a:ext cx="691291" cy="34564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800" kern="1200" dirty="0">
              <a:solidFill>
                <a:srgbClr val="000000"/>
              </a:solidFill>
            </a:rPr>
            <a:t>Backup Script Development</a:t>
          </a:r>
          <a:endParaRPr lang="en-IN" sz="800" b="0" kern="1200" cap="none" spc="0" dirty="0">
            <a:ln w="0"/>
            <a:solidFill>
              <a:srgbClr val="000000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sp:txBody>
      <dsp:txXfrm>
        <a:off x="6696244" y="3157534"/>
        <a:ext cx="691291" cy="345645"/>
      </dsp:txXfrm>
    </dsp:sp>
    <dsp:sp modelId="{82D089CB-3770-4B86-A80D-A986E7EBB726}">
      <dsp:nvSpPr>
        <dsp:cNvPr id="0" name=""/>
        <dsp:cNvSpPr/>
      </dsp:nvSpPr>
      <dsp:spPr>
        <a:xfrm>
          <a:off x="6869067" y="3648351"/>
          <a:ext cx="691291" cy="34564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000" kern="1200" dirty="0"/>
            <a:t>Create mongo_backup.sh</a:t>
          </a:r>
          <a:endParaRPr lang="en-IN" sz="1000" b="0" kern="1200" cap="none" spc="0" dirty="0">
            <a:ln w="0"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sp:txBody>
      <dsp:txXfrm>
        <a:off x="6869067" y="3648351"/>
        <a:ext cx="691291" cy="345645"/>
      </dsp:txXfrm>
    </dsp:sp>
    <dsp:sp modelId="{11BB3F5A-B12A-4B83-A5FB-275B3CF47DFB}">
      <dsp:nvSpPr>
        <dsp:cNvPr id="0" name=""/>
        <dsp:cNvSpPr/>
      </dsp:nvSpPr>
      <dsp:spPr>
        <a:xfrm>
          <a:off x="6869067" y="4139167"/>
          <a:ext cx="691291" cy="34564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000" kern="1200" dirty="0"/>
            <a:t>Configure </a:t>
          </a:r>
          <a:r>
            <a:rPr lang="en-IN" sz="1000" kern="1200" dirty="0" err="1"/>
            <a:t>mongodump</a:t>
          </a:r>
          <a:endParaRPr lang="en-IN" sz="1000" b="0" kern="1200" cap="none" spc="0" dirty="0">
            <a:ln w="0"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sp:txBody>
      <dsp:txXfrm>
        <a:off x="6869067" y="4139167"/>
        <a:ext cx="691291" cy="345645"/>
      </dsp:txXfrm>
    </dsp:sp>
    <dsp:sp modelId="{689C4A91-073F-4FD0-9BAD-7A00CBF0B326}">
      <dsp:nvSpPr>
        <dsp:cNvPr id="0" name=""/>
        <dsp:cNvSpPr/>
      </dsp:nvSpPr>
      <dsp:spPr>
        <a:xfrm>
          <a:off x="6869067" y="4629984"/>
          <a:ext cx="691291" cy="34564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000" kern="1200" dirty="0"/>
            <a:t>Configure S3 Upload</a:t>
          </a:r>
          <a:endParaRPr lang="en-IN" sz="1000" b="0" kern="1200" cap="none" spc="0" dirty="0">
            <a:ln w="0"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sp:txBody>
      <dsp:txXfrm>
        <a:off x="6869067" y="4629984"/>
        <a:ext cx="691291" cy="345645"/>
      </dsp:txXfrm>
    </dsp:sp>
    <dsp:sp modelId="{5E795B2F-2DC5-46D7-B18D-CADC983792C9}">
      <dsp:nvSpPr>
        <dsp:cNvPr id="0" name=""/>
        <dsp:cNvSpPr/>
      </dsp:nvSpPr>
      <dsp:spPr>
        <a:xfrm>
          <a:off x="7532707" y="3157534"/>
          <a:ext cx="691291" cy="34564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000" kern="1200" dirty="0">
              <a:solidFill>
                <a:srgbClr val="000000"/>
              </a:solidFill>
            </a:rPr>
            <a:t>Scheduler Configuration</a:t>
          </a:r>
          <a:endParaRPr lang="en-IN" sz="1000" b="0" kern="1200" cap="none" spc="0" dirty="0">
            <a:ln w="0"/>
            <a:solidFill>
              <a:srgbClr val="000000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sp:txBody>
      <dsp:txXfrm>
        <a:off x="7532707" y="3157534"/>
        <a:ext cx="691291" cy="345645"/>
      </dsp:txXfrm>
    </dsp:sp>
    <dsp:sp modelId="{7262A7B0-3A10-457D-B6E1-A577EAC08953}">
      <dsp:nvSpPr>
        <dsp:cNvPr id="0" name=""/>
        <dsp:cNvSpPr/>
      </dsp:nvSpPr>
      <dsp:spPr>
        <a:xfrm>
          <a:off x="7705530" y="3648351"/>
          <a:ext cx="691291" cy="34564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000" kern="1200" dirty="0"/>
            <a:t>Configure Cron Job</a:t>
          </a:r>
          <a:endParaRPr lang="en-IN" sz="1000" b="0" kern="1200" cap="none" spc="0" dirty="0">
            <a:ln w="0"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sp:txBody>
      <dsp:txXfrm>
        <a:off x="7705530" y="3648351"/>
        <a:ext cx="691291" cy="345645"/>
      </dsp:txXfrm>
    </dsp:sp>
    <dsp:sp modelId="{3BC6EEFB-FDA9-416A-95E6-3442EAB7D3AF}">
      <dsp:nvSpPr>
        <dsp:cNvPr id="0" name=""/>
        <dsp:cNvSpPr/>
      </dsp:nvSpPr>
      <dsp:spPr>
        <a:xfrm>
          <a:off x="7705530" y="4139167"/>
          <a:ext cx="691291" cy="34564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000" kern="1200" dirty="0"/>
            <a:t>Automate Backup Execution</a:t>
          </a:r>
          <a:endParaRPr lang="en-IN" sz="1000" b="0" kern="1200" cap="none" spc="0" dirty="0">
            <a:ln w="0"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sp:txBody>
      <dsp:txXfrm>
        <a:off x="7705530" y="4139167"/>
        <a:ext cx="691291" cy="345645"/>
      </dsp:txXfrm>
    </dsp:sp>
    <dsp:sp modelId="{8DC63504-3DCC-47F1-85A4-6018EDC93E6D}">
      <dsp:nvSpPr>
        <dsp:cNvPr id="0" name=""/>
        <dsp:cNvSpPr/>
      </dsp:nvSpPr>
      <dsp:spPr>
        <a:xfrm>
          <a:off x="7705530" y="4629984"/>
          <a:ext cx="691291" cy="34564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000" kern="1200" dirty="0"/>
            <a:t>Verify Logs</a:t>
          </a:r>
          <a:endParaRPr lang="en-IN" sz="1000" b="0" kern="1200" cap="none" spc="0" dirty="0">
            <a:ln w="0"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sp:txBody>
      <dsp:txXfrm>
        <a:off x="7705530" y="4629984"/>
        <a:ext cx="691291" cy="345645"/>
      </dsp:txXfrm>
    </dsp:sp>
    <dsp:sp modelId="{5B89589A-3326-4A05-96A8-E988578C54CD}">
      <dsp:nvSpPr>
        <dsp:cNvPr id="0" name=""/>
        <dsp:cNvSpPr/>
      </dsp:nvSpPr>
      <dsp:spPr>
        <a:xfrm>
          <a:off x="8193783" y="2510025"/>
          <a:ext cx="846354" cy="486613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700" b="0" kern="1200" cap="none" spc="0" dirty="0">
              <a:ln w="0"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rPr>
            <a:t> </a:t>
          </a:r>
          <a:r>
            <a:rPr lang="en-IN" sz="1200" b="0" kern="1200" cap="none" spc="0" dirty="0">
              <a:ln w="0"/>
              <a:solidFill>
                <a:srgbClr val="000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rPr>
            <a:t>Testing</a:t>
          </a:r>
        </a:p>
      </dsp:txBody>
      <dsp:txXfrm>
        <a:off x="8193783" y="2510025"/>
        <a:ext cx="846354" cy="486613"/>
      </dsp:txXfrm>
    </dsp:sp>
    <dsp:sp modelId="{CF57802C-59F1-40A6-B4B6-0CB3CC2793E5}">
      <dsp:nvSpPr>
        <dsp:cNvPr id="0" name=""/>
        <dsp:cNvSpPr/>
      </dsp:nvSpPr>
      <dsp:spPr>
        <a:xfrm>
          <a:off x="8541992" y="3141810"/>
          <a:ext cx="691291" cy="34564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000" kern="1200" dirty="0">
              <a:solidFill>
                <a:srgbClr val="000000"/>
              </a:solidFill>
            </a:rPr>
            <a:t>Backup Testing</a:t>
          </a:r>
          <a:endParaRPr lang="en-IN" sz="1000" b="0" kern="1200" cap="none" spc="0" dirty="0">
            <a:ln w="0"/>
            <a:solidFill>
              <a:srgbClr val="000000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sp:txBody>
      <dsp:txXfrm>
        <a:off x="8541992" y="3141810"/>
        <a:ext cx="691291" cy="345645"/>
      </dsp:txXfrm>
    </dsp:sp>
    <dsp:sp modelId="{48A1B140-0C3E-40BB-8595-31A7616A33F8}">
      <dsp:nvSpPr>
        <dsp:cNvPr id="0" name=""/>
        <dsp:cNvSpPr/>
      </dsp:nvSpPr>
      <dsp:spPr>
        <a:xfrm>
          <a:off x="8541992" y="3632627"/>
          <a:ext cx="691291" cy="34564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000" kern="1200" dirty="0">
              <a:solidFill>
                <a:srgbClr val="000000"/>
              </a:solidFill>
            </a:rPr>
            <a:t>Restore Testing</a:t>
          </a:r>
          <a:endParaRPr lang="en-IN" sz="1000" b="0" kern="1200" cap="none" spc="0" dirty="0">
            <a:ln w="0"/>
            <a:solidFill>
              <a:srgbClr val="000000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sp:txBody>
      <dsp:txXfrm>
        <a:off x="8541992" y="3632627"/>
        <a:ext cx="691291" cy="345645"/>
      </dsp:txXfrm>
    </dsp:sp>
    <dsp:sp modelId="{3B139BE8-806F-401F-9BCD-350001627645}">
      <dsp:nvSpPr>
        <dsp:cNvPr id="0" name=""/>
        <dsp:cNvSpPr/>
      </dsp:nvSpPr>
      <dsp:spPr>
        <a:xfrm>
          <a:off x="8541992" y="4123444"/>
          <a:ext cx="691291" cy="34564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000" kern="1200" dirty="0">
              <a:solidFill>
                <a:srgbClr val="000000"/>
              </a:solidFill>
            </a:rPr>
            <a:t>Validation</a:t>
          </a:r>
          <a:endParaRPr lang="en-IN" sz="1000" b="0" kern="1200" cap="none" spc="0" dirty="0">
            <a:ln w="0"/>
            <a:solidFill>
              <a:srgbClr val="000000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sp:txBody>
      <dsp:txXfrm>
        <a:off x="8541992" y="4123444"/>
        <a:ext cx="691291" cy="345645"/>
      </dsp:txXfrm>
    </dsp:sp>
    <dsp:sp modelId="{1AAD1F5D-08FC-41BF-A080-284A0BE069FE}">
      <dsp:nvSpPr>
        <dsp:cNvPr id="0" name=""/>
        <dsp:cNvSpPr/>
      </dsp:nvSpPr>
      <dsp:spPr>
        <a:xfrm>
          <a:off x="9321929" y="2510025"/>
          <a:ext cx="960673" cy="52222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700" b="0" kern="1200" cap="none" spc="0" dirty="0">
              <a:ln w="0"/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rPr>
            <a:t> </a:t>
          </a:r>
          <a:r>
            <a:rPr lang="en-IN" sz="1200" b="0" kern="1200" cap="none" spc="0" dirty="0">
              <a:ln w="0"/>
              <a:solidFill>
                <a:srgbClr val="000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rPr>
            <a:t>Deployment</a:t>
          </a:r>
        </a:p>
      </dsp:txBody>
      <dsp:txXfrm>
        <a:off x="9321929" y="2510025"/>
        <a:ext cx="960673" cy="522222"/>
      </dsp:txXfrm>
    </dsp:sp>
    <dsp:sp modelId="{0984D350-2D03-4440-955B-E5F9E2495FBD}">
      <dsp:nvSpPr>
        <dsp:cNvPr id="0" name=""/>
        <dsp:cNvSpPr/>
      </dsp:nvSpPr>
      <dsp:spPr>
        <a:xfrm>
          <a:off x="9562098" y="3177419"/>
          <a:ext cx="691291" cy="34564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000" kern="1200" dirty="0">
              <a:solidFill>
                <a:srgbClr val="000000"/>
              </a:solidFill>
            </a:rPr>
            <a:t>Production Deployment</a:t>
          </a:r>
          <a:endParaRPr lang="en-IN" sz="1000" b="0" kern="1200" cap="none" spc="0" dirty="0">
            <a:ln w="0"/>
            <a:solidFill>
              <a:srgbClr val="000000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sp:txBody>
      <dsp:txXfrm>
        <a:off x="9562098" y="3177419"/>
        <a:ext cx="691291" cy="345645"/>
      </dsp:txXfrm>
    </dsp:sp>
    <dsp:sp modelId="{B0DCDBF4-9746-4DB3-A2A9-6C1FBA1659FF}">
      <dsp:nvSpPr>
        <dsp:cNvPr id="0" name=""/>
        <dsp:cNvSpPr/>
      </dsp:nvSpPr>
      <dsp:spPr>
        <a:xfrm>
          <a:off x="9562098" y="3668236"/>
          <a:ext cx="691291" cy="34564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000" kern="1200" dirty="0">
              <a:solidFill>
                <a:srgbClr val="000000"/>
              </a:solidFill>
            </a:rPr>
            <a:t>Cloud Storage Verification</a:t>
          </a:r>
          <a:endParaRPr lang="en-IN" sz="1000" b="0" kern="1200" cap="none" spc="0" dirty="0">
            <a:ln w="0"/>
            <a:solidFill>
              <a:srgbClr val="000000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sp:txBody>
      <dsp:txXfrm>
        <a:off x="9562098" y="3668236"/>
        <a:ext cx="691291" cy="345645"/>
      </dsp:txXfrm>
    </dsp:sp>
    <dsp:sp modelId="{92E2AED4-5AA8-4B72-9B43-63FE41B40327}">
      <dsp:nvSpPr>
        <dsp:cNvPr id="0" name=""/>
        <dsp:cNvSpPr/>
      </dsp:nvSpPr>
      <dsp:spPr>
        <a:xfrm>
          <a:off x="10427774" y="2510025"/>
          <a:ext cx="1244089" cy="52129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200" b="0" kern="1200" cap="none" spc="0" dirty="0">
              <a:ln w="0"/>
              <a:solidFill>
                <a:srgbClr val="000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rPr>
            <a:t>Documentation &amp; Closure</a:t>
          </a:r>
        </a:p>
      </dsp:txBody>
      <dsp:txXfrm>
        <a:off x="10427774" y="2510025"/>
        <a:ext cx="1244089" cy="521295"/>
      </dsp:txXfrm>
    </dsp:sp>
    <dsp:sp modelId="{34A17C56-E589-487E-9F18-3738776D47E5}">
      <dsp:nvSpPr>
        <dsp:cNvPr id="0" name=""/>
        <dsp:cNvSpPr/>
      </dsp:nvSpPr>
      <dsp:spPr>
        <a:xfrm>
          <a:off x="10738797" y="3176492"/>
          <a:ext cx="691291" cy="34564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800" kern="1200" dirty="0">
              <a:solidFill>
                <a:srgbClr val="000000"/>
              </a:solidFill>
            </a:rPr>
            <a:t>Software Design Specification</a:t>
          </a:r>
          <a:endParaRPr lang="en-IN" sz="800" b="0" kern="1200" cap="none" spc="0" dirty="0">
            <a:ln w="0"/>
            <a:solidFill>
              <a:srgbClr val="000000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sp:txBody>
      <dsp:txXfrm>
        <a:off x="10738797" y="3176492"/>
        <a:ext cx="691291" cy="345645"/>
      </dsp:txXfrm>
    </dsp:sp>
    <dsp:sp modelId="{A7FD07B5-DCB4-4BF5-86C7-36E25564C086}">
      <dsp:nvSpPr>
        <dsp:cNvPr id="0" name=""/>
        <dsp:cNvSpPr/>
      </dsp:nvSpPr>
      <dsp:spPr>
        <a:xfrm>
          <a:off x="10738797" y="3667309"/>
          <a:ext cx="691291" cy="34564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000" b="0" kern="1200" cap="none" spc="0" dirty="0">
              <a:ln w="0"/>
              <a:solidFill>
                <a:srgbClr val="000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rPr>
            <a:t>RAID Log</a:t>
          </a:r>
        </a:p>
      </dsp:txBody>
      <dsp:txXfrm>
        <a:off x="10738797" y="3667309"/>
        <a:ext cx="691291" cy="345645"/>
      </dsp:txXfrm>
    </dsp:sp>
    <dsp:sp modelId="{D621CFE9-9F88-4ACC-AAAD-F3C9B68F03F2}">
      <dsp:nvSpPr>
        <dsp:cNvPr id="0" name=""/>
        <dsp:cNvSpPr/>
      </dsp:nvSpPr>
      <dsp:spPr>
        <a:xfrm>
          <a:off x="10738797" y="4158126"/>
          <a:ext cx="691291" cy="34564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000" kern="1200" dirty="0">
              <a:solidFill>
                <a:srgbClr val="000000"/>
              </a:solidFill>
            </a:rPr>
            <a:t>Project Report</a:t>
          </a:r>
          <a:endParaRPr lang="en-IN" sz="1000" b="0" kern="1200" cap="none" spc="0" dirty="0">
            <a:ln w="0"/>
            <a:solidFill>
              <a:srgbClr val="000000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sp:txBody>
      <dsp:txXfrm>
        <a:off x="10738797" y="4158126"/>
        <a:ext cx="691291" cy="345645"/>
      </dsp:txXfrm>
    </dsp:sp>
    <dsp:sp modelId="{2BD8E82C-D1A1-446D-A45C-915393C76574}">
      <dsp:nvSpPr>
        <dsp:cNvPr id="0" name=""/>
        <dsp:cNvSpPr/>
      </dsp:nvSpPr>
      <dsp:spPr>
        <a:xfrm>
          <a:off x="10738797" y="4648943"/>
          <a:ext cx="691291" cy="34564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000" b="0" kern="1200" cap="none" spc="0" dirty="0">
              <a:ln w="0"/>
              <a:solidFill>
                <a:srgbClr val="000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rPr>
            <a:t>Demo Video</a:t>
          </a:r>
        </a:p>
      </dsp:txBody>
      <dsp:txXfrm>
        <a:off x="10738797" y="4648943"/>
        <a:ext cx="691291" cy="345645"/>
      </dsp:txXfrm>
    </dsp:sp>
    <dsp:sp modelId="{0C6323C3-4DB1-476B-A5D4-57F66523431E}">
      <dsp:nvSpPr>
        <dsp:cNvPr id="0" name=""/>
        <dsp:cNvSpPr/>
      </dsp:nvSpPr>
      <dsp:spPr>
        <a:xfrm>
          <a:off x="10738797" y="5139760"/>
          <a:ext cx="691291" cy="34564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000" kern="1200" dirty="0">
              <a:solidFill>
                <a:srgbClr val="000000"/>
              </a:solidFill>
            </a:rPr>
            <a:t>Source Code ZIP</a:t>
          </a:r>
          <a:endParaRPr lang="en-IN" sz="1000" b="0" kern="1200" cap="none" spc="0" dirty="0">
            <a:ln w="0"/>
            <a:solidFill>
              <a:srgbClr val="000000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a:endParaRPr>
        </a:p>
      </dsp:txBody>
      <dsp:txXfrm>
        <a:off x="10738797" y="5139760"/>
        <a:ext cx="691291" cy="3456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E2F572-DC84-D943-8D79-DDD001406156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A5EECB-32AF-CD4C-AB4B-8C5D367FE5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260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auto"/>
            <a:endParaRPr lang="en-IN" i="1" dirty="0">
              <a:solidFill>
                <a:srgbClr val="2A2B2C"/>
              </a:solidFill>
              <a:latin typeface="inher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EECB-32AF-CD4C-AB4B-8C5D367FE59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05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098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776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948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863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110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591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695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7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12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39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214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5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5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846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1726A-9155-3645-B807-94F9CD48D91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636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0000"/>
            <a:lum/>
          </a:blip>
          <a:srcRect/>
          <a:stretch>
            <a:fillRect l="22000" t="15000" r="20000" b="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AE34765-BFFC-BA46-84DD-87068CEE4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213" y="328927"/>
            <a:ext cx="11937787" cy="13255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WORK BREAKDOWN STRUCTURE – 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IP23 Live Project Deliverables– 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‘Cloud Computing’</a:t>
            </a:r>
          </a:p>
        </p:txBody>
      </p:sp>
      <p:pic>
        <p:nvPicPr>
          <p:cNvPr id="5" name="Picture 4" descr="Chart, pie chart&#10;&#10;Description automatically generated">
            <a:extLst>
              <a:ext uri="{FF2B5EF4-FFF2-40B4-BE49-F238E27FC236}">
                <a16:creationId xmlns:a16="http://schemas.microsoft.com/office/drawing/2014/main" xmlns="" id="{8763FDF8-2B62-0344-BEB7-279B8DD354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73427" y="204944"/>
            <a:ext cx="1218279" cy="932675"/>
          </a:xfrm>
          <a:prstGeom prst="rect">
            <a:avLst/>
          </a:prstGeom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xmlns="" id="{E562212D-2918-8BF4-834D-74D9B5267B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8668327"/>
              </p:ext>
            </p:extLst>
          </p:nvPr>
        </p:nvGraphicFramePr>
        <p:xfrm>
          <a:off x="200298" y="328924"/>
          <a:ext cx="11676409" cy="71894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A84FC154-DDF3-8EB0-D0EA-76BAE010883E}"/>
              </a:ext>
            </a:extLst>
          </p:cNvPr>
          <p:cNvCxnSpPr>
            <a:cxnSpLocks/>
          </p:cNvCxnSpPr>
          <p:nvPr/>
        </p:nvCxnSpPr>
        <p:spPr>
          <a:xfrm>
            <a:off x="4491613" y="3677701"/>
            <a:ext cx="0" cy="1467059"/>
          </a:xfrm>
          <a:prstGeom prst="line">
            <a:avLst/>
          </a:prstGeom>
          <a:ln>
            <a:solidFill>
              <a:srgbClr val="EA731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2B78B176-7AD3-AA2A-029E-6A26A157933E}"/>
              </a:ext>
            </a:extLst>
          </p:cNvPr>
          <p:cNvCxnSpPr/>
          <p:nvPr/>
        </p:nvCxnSpPr>
        <p:spPr>
          <a:xfrm>
            <a:off x="4491613" y="3989196"/>
            <a:ext cx="80387" cy="0"/>
          </a:xfrm>
          <a:prstGeom prst="line">
            <a:avLst/>
          </a:prstGeom>
          <a:ln>
            <a:solidFill>
              <a:srgbClr val="EA731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A40D8122-1097-8ED8-462C-5BD65B506B21}"/>
              </a:ext>
            </a:extLst>
          </p:cNvPr>
          <p:cNvSpPr/>
          <p:nvPr/>
        </p:nvSpPr>
        <p:spPr>
          <a:xfrm>
            <a:off x="4572002" y="3793253"/>
            <a:ext cx="462223" cy="391886"/>
          </a:xfrm>
          <a:prstGeom prst="rect">
            <a:avLst/>
          </a:prstGeom>
          <a:solidFill>
            <a:srgbClr val="EA7317"/>
          </a:solidFill>
          <a:ln>
            <a:solidFill>
              <a:srgbClr val="EA731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/>
              <a:t>Backup Failure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C0A08FAF-68B3-4C87-371B-9B833083986E}"/>
              </a:ext>
            </a:extLst>
          </p:cNvPr>
          <p:cNvSpPr/>
          <p:nvPr/>
        </p:nvSpPr>
        <p:spPr>
          <a:xfrm>
            <a:off x="4572001" y="4300696"/>
            <a:ext cx="462223" cy="391886"/>
          </a:xfrm>
          <a:prstGeom prst="rect">
            <a:avLst/>
          </a:prstGeom>
          <a:solidFill>
            <a:srgbClr val="EA7317"/>
          </a:solidFill>
          <a:ln>
            <a:solidFill>
              <a:srgbClr val="EA731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Storage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7068C0CB-061C-31C4-E7B3-36002018901C}"/>
              </a:ext>
            </a:extLst>
          </p:cNvPr>
          <p:cNvSpPr/>
          <p:nvPr/>
        </p:nvSpPr>
        <p:spPr>
          <a:xfrm>
            <a:off x="4572003" y="4784694"/>
            <a:ext cx="462223" cy="540932"/>
          </a:xfrm>
          <a:prstGeom prst="rect">
            <a:avLst/>
          </a:prstGeom>
          <a:solidFill>
            <a:srgbClr val="EA7317"/>
          </a:solidFill>
          <a:ln>
            <a:solidFill>
              <a:srgbClr val="EA731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/>
              <a:t>Recovery Failure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D2EC60E7-7E90-54BE-286E-4FA6BFD0E0BB}"/>
              </a:ext>
            </a:extLst>
          </p:cNvPr>
          <p:cNvCxnSpPr>
            <a:cxnSpLocks/>
          </p:cNvCxnSpPr>
          <p:nvPr/>
        </p:nvCxnSpPr>
        <p:spPr>
          <a:xfrm>
            <a:off x="4491615" y="5144756"/>
            <a:ext cx="150725" cy="0"/>
          </a:xfrm>
          <a:prstGeom prst="line">
            <a:avLst/>
          </a:prstGeom>
          <a:ln>
            <a:solidFill>
              <a:srgbClr val="EA7317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xmlns="" id="{F316EE5C-A37F-4029-7EC6-DF525EADD14E}"/>
              </a:ext>
            </a:extLst>
          </p:cNvPr>
          <p:cNvCxnSpPr>
            <a:cxnSpLocks/>
          </p:cNvCxnSpPr>
          <p:nvPr/>
        </p:nvCxnSpPr>
        <p:spPr>
          <a:xfrm>
            <a:off x="4491615" y="4461468"/>
            <a:ext cx="150725" cy="0"/>
          </a:xfrm>
          <a:prstGeom prst="line">
            <a:avLst/>
          </a:prstGeom>
          <a:ln>
            <a:solidFill>
              <a:srgbClr val="EA731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1295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e1c734f-cd3c-409a-b830-21836909dd77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12AF445DB6E74EB51FE2F8964C2B9F" ma:contentTypeVersion="15" ma:contentTypeDescription="Create a new document." ma:contentTypeScope="" ma:versionID="2dff7eaf2f87d3d2d10304916b274635">
  <xsd:schema xmlns:xsd="http://www.w3.org/2001/XMLSchema" xmlns:xs="http://www.w3.org/2001/XMLSchema" xmlns:p="http://schemas.microsoft.com/office/2006/metadata/properties" xmlns:ns2="3e1c734f-cd3c-409a-b830-21836909dd77" xmlns:ns3="f800943e-7719-4474-9402-4616db300049" targetNamespace="http://schemas.microsoft.com/office/2006/metadata/properties" ma:root="true" ma:fieldsID="7f9fa1f725f175c4207dbd44f4121a57" ns2:_="" ns3:_="">
    <xsd:import namespace="3e1c734f-cd3c-409a-b830-21836909dd77"/>
    <xsd:import namespace="f800943e-7719-4474-9402-4616db300049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1c734f-cd3c-409a-b830-21836909dd7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5353adee-5e9f-4b50-890c-aef0d51a54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0943e-7719-4474-9402-4616db300049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9C79FB2-7116-489A-B269-C878F00B5983}">
  <ds:schemaRefs>
    <ds:schemaRef ds:uri="http://schemas.microsoft.com/office/2006/metadata/properties"/>
    <ds:schemaRef ds:uri="http://schemas.microsoft.com/office/infopath/2007/PartnerControls"/>
    <ds:schemaRef ds:uri="3e1c734f-cd3c-409a-b830-21836909dd77"/>
  </ds:schemaRefs>
</ds:datastoreItem>
</file>

<file path=customXml/itemProps2.xml><?xml version="1.0" encoding="utf-8"?>
<ds:datastoreItem xmlns:ds="http://schemas.openxmlformats.org/officeDocument/2006/customXml" ds:itemID="{727BDB60-D459-4A4B-A39C-84556B087B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1c734f-cd3c-409a-b830-21836909dd77"/>
    <ds:schemaRef ds:uri="f800943e-7719-4474-9402-4616db3000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AE5B7B1-FE9C-49DF-B801-6A82566BEA6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6830</TotalTime>
  <Words>151</Words>
  <Application>Microsoft Office PowerPoint</Application>
  <PresentationFormat>Custom</PresentationFormat>
  <Paragraphs>61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WORK BREAKDOWN STRUCTURE –  IP23 Live Project Deliverables–  ‘Cloud Computing’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 WorkShop</dc:title>
  <dc:creator>Welcome CC</dc:creator>
  <cp:lastModifiedBy>Admin</cp:lastModifiedBy>
  <cp:revision>243</cp:revision>
  <dcterms:created xsi:type="dcterms:W3CDTF">2023-07-15T03:43:48Z</dcterms:created>
  <dcterms:modified xsi:type="dcterms:W3CDTF">2026-06-08T14:59:29Z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0x0101005412AF445DB6E74EB51FE2F8964C2B9F</vt:lpwstr>
  </property>
  <property fmtid="{D5CDD505-2E9C-101B-9397-08002B2CF9AE}" pid="3" name="MediaServiceImageTags">
    <vt:lpwstr/>
  </property>
</Properties>
</file>